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616cb06c14e84" /><Relationship Type="http://schemas.openxmlformats.org/officeDocument/2006/relationships/extended-properties" Target="/docProps/app.xml" Id="R77693bdaac994b3d" /><Relationship Type="http://schemas.openxmlformats.org/officeDocument/2006/relationships/officeDocument" Target="/ppt/presentation.xml" Id="Re62662666b6d4a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5ecebfc5054f4b"/>
  </p:sldMasterIdLst>
  <p:notesMasterIdLst>
    <p:notesMasterId xmlns:r="http://schemas.openxmlformats.org/officeDocument/2006/relationships" r:id="R3ae7d82d9b874495"/>
  </p:notesMasterIdLst>
  <p:sldIdLst>
    <p:sldId xmlns:r="http://schemas.openxmlformats.org/officeDocument/2006/relationships" id="256" r:id="R9c84315ad96f461e"/>
    <p:sldId xmlns:r="http://schemas.openxmlformats.org/officeDocument/2006/relationships" id="257" r:id="R4c582319050542c9"/>
    <p:sldId xmlns:r="http://schemas.openxmlformats.org/officeDocument/2006/relationships" id="258" r:id="Rfa37bcc257d34aba"/>
    <p:sldId xmlns:r="http://schemas.openxmlformats.org/officeDocument/2006/relationships" id="259" r:id="R47349907e184436c"/>
    <p:sldId xmlns:r="http://schemas.openxmlformats.org/officeDocument/2006/relationships" id="260" r:id="Rb046a7fcd6474283"/>
    <p:sldId xmlns:r="http://schemas.openxmlformats.org/officeDocument/2006/relationships" id="261" r:id="R2596babfcc7e4432"/>
    <p:sldId xmlns:r="http://schemas.openxmlformats.org/officeDocument/2006/relationships" id="262" r:id="R6b913f7fc6f24757"/>
    <p:sldId xmlns:r="http://schemas.openxmlformats.org/officeDocument/2006/relationships" id="263" r:id="R247016f2c63e436e"/>
    <p:sldId xmlns:r="http://schemas.openxmlformats.org/officeDocument/2006/relationships" id="264" r:id="R3291c0bcf05047c8"/>
    <p:sldId xmlns:r="http://schemas.openxmlformats.org/officeDocument/2006/relationships" id="265" r:id="R1be5103272f44119"/>
    <p:sldId xmlns:r="http://schemas.openxmlformats.org/officeDocument/2006/relationships" id="266" r:id="R407c51a1a1314005"/>
    <p:sldId xmlns:r="http://schemas.openxmlformats.org/officeDocument/2006/relationships" id="267" r:id="Rb688148e234a4683"/>
    <p:sldId xmlns:r="http://schemas.openxmlformats.org/officeDocument/2006/relationships" id="268" r:id="R191ccef5815e4657"/>
    <p:sldId xmlns:r="http://schemas.openxmlformats.org/officeDocument/2006/relationships" id="269" r:id="R2c84aa51b06d4434"/>
    <p:sldId xmlns:r="http://schemas.openxmlformats.org/officeDocument/2006/relationships" id="270" r:id="Rfe4a30b24cba427b"/>
    <p:sldId xmlns:r="http://schemas.openxmlformats.org/officeDocument/2006/relationships" id="271" r:id="Rf3be26e46a154bdf"/>
    <p:sldId xmlns:r="http://schemas.openxmlformats.org/officeDocument/2006/relationships" id="272" r:id="Rd40ea658f06c4b50"/>
    <p:sldId xmlns:r="http://schemas.openxmlformats.org/officeDocument/2006/relationships" id="273" r:id="R78eaca70cb014c53"/>
    <p:sldId xmlns:r="http://schemas.openxmlformats.org/officeDocument/2006/relationships" id="274" r:id="Ra3fcfc4cad6a401a"/>
    <p:sldId xmlns:r="http://schemas.openxmlformats.org/officeDocument/2006/relationships" id="275" r:id="R5c87391cdef7451f"/>
    <p:sldId xmlns:r="http://schemas.openxmlformats.org/officeDocument/2006/relationships" id="276" r:id="R1fb72577dce64ff7"/>
    <p:sldId xmlns:r="http://schemas.openxmlformats.org/officeDocument/2006/relationships" id="277" r:id="R5edb86db029648d1"/>
    <p:sldId xmlns:r="http://schemas.openxmlformats.org/officeDocument/2006/relationships" id="278" r:id="Rd31c2e0e91cc498c"/>
    <p:sldId xmlns:r="http://schemas.openxmlformats.org/officeDocument/2006/relationships" id="279" r:id="R5c61f63125ba433d"/>
    <p:sldId xmlns:r="http://schemas.openxmlformats.org/officeDocument/2006/relationships" id="280" r:id="R150531e3264e49c3"/>
    <p:sldId xmlns:r="http://schemas.openxmlformats.org/officeDocument/2006/relationships" id="281" r:id="R1cf045160d8e4ee1"/>
    <p:sldId xmlns:r="http://schemas.openxmlformats.org/officeDocument/2006/relationships" id="282" r:id="R985d606a34514bff"/>
    <p:sldId xmlns:r="http://schemas.openxmlformats.org/officeDocument/2006/relationships" id="283" r:id="R9544e022c5614aa0"/>
    <p:sldId xmlns:r="http://schemas.openxmlformats.org/officeDocument/2006/relationships" id="284" r:id="R9b69f4990b3441fe"/>
    <p:sldId xmlns:r="http://schemas.openxmlformats.org/officeDocument/2006/relationships" id="285" r:id="Rfd029a0700524007"/>
    <p:sldId xmlns:r="http://schemas.openxmlformats.org/officeDocument/2006/relationships" id="286" r:id="R1a6b53492d824756"/>
    <p:sldId xmlns:r="http://schemas.openxmlformats.org/officeDocument/2006/relationships" id="287" r:id="R8672fa3026414438"/>
    <p:sldId xmlns:r="http://schemas.openxmlformats.org/officeDocument/2006/relationships" id="288" r:id="R0b98b0305ad746cf"/>
    <p:sldId xmlns:r="http://schemas.openxmlformats.org/officeDocument/2006/relationships" id="289" r:id="R45b4a4dbbce24990"/>
    <p:sldId xmlns:r="http://schemas.openxmlformats.org/officeDocument/2006/relationships" id="290" r:id="R642afde016bc48b1"/>
    <p:sldId xmlns:r="http://schemas.openxmlformats.org/officeDocument/2006/relationships" id="291" r:id="R0a32203c942e4a92"/>
    <p:sldId xmlns:r="http://schemas.openxmlformats.org/officeDocument/2006/relationships" id="292" r:id="R795ed5b6298249a8"/>
    <p:sldId xmlns:r="http://schemas.openxmlformats.org/officeDocument/2006/relationships" id="293" r:id="R5afc3b5a25324a55"/>
    <p:sldId xmlns:r="http://schemas.openxmlformats.org/officeDocument/2006/relationships" id="294" r:id="Rbb6c1c978fe54f2d"/>
    <p:sldId xmlns:r="http://schemas.openxmlformats.org/officeDocument/2006/relationships" id="295" r:id="R297e347aeb71424d"/>
    <p:sldId xmlns:r="http://schemas.openxmlformats.org/officeDocument/2006/relationships" id="296" r:id="R919d4cf10c6a4ccf"/>
    <p:sldId xmlns:r="http://schemas.openxmlformats.org/officeDocument/2006/relationships" id="297" r:id="Rede4cd42e7944453"/>
    <p:sldId xmlns:r="http://schemas.openxmlformats.org/officeDocument/2006/relationships" id="298" r:id="R8c3d9f2c67f54d1b"/>
    <p:sldId xmlns:r="http://schemas.openxmlformats.org/officeDocument/2006/relationships" id="299" r:id="Re409ca44e8ee4772"/>
    <p:sldId xmlns:r="http://schemas.openxmlformats.org/officeDocument/2006/relationships" id="300" r:id="R9320ff3d90714ed3"/>
    <p:sldId xmlns:r="http://schemas.openxmlformats.org/officeDocument/2006/relationships" id="301" r:id="R7f15716bb7eb44fd"/>
    <p:sldId xmlns:r="http://schemas.openxmlformats.org/officeDocument/2006/relationships" id="302" r:id="R33e14c90176e4e98"/>
    <p:sldId xmlns:r="http://schemas.openxmlformats.org/officeDocument/2006/relationships" id="303" r:id="R4941033ff76449b1"/>
    <p:sldId xmlns:r="http://schemas.openxmlformats.org/officeDocument/2006/relationships" id="304" r:id="R8bf9a12518ea4ea3"/>
    <p:sldId xmlns:r="http://schemas.openxmlformats.org/officeDocument/2006/relationships" id="305" r:id="R7c66036493744f1b"/>
    <p:sldId xmlns:r="http://schemas.openxmlformats.org/officeDocument/2006/relationships" id="306" r:id="R28f80c0ceb2c4a79"/>
    <p:sldId xmlns:r="http://schemas.openxmlformats.org/officeDocument/2006/relationships" id="307" r:id="R34f0f0d8610f4dd8"/>
    <p:sldId xmlns:r="http://schemas.openxmlformats.org/officeDocument/2006/relationships" id="308" r:id="R53cc3300b7cd4a29"/>
    <p:sldId xmlns:r="http://schemas.openxmlformats.org/officeDocument/2006/relationships" id="309" r:id="R54d26ca6c83e4761"/>
    <p:sldId xmlns:r="http://schemas.openxmlformats.org/officeDocument/2006/relationships" id="310" r:id="R6f142808509e49ad"/>
    <p:sldId xmlns:r="http://schemas.openxmlformats.org/officeDocument/2006/relationships" id="311" r:id="Rf540cffa19194082"/>
    <p:sldId xmlns:r="http://schemas.openxmlformats.org/officeDocument/2006/relationships" id="312" r:id="R8dd4c4dc885648c6"/>
    <p:sldId xmlns:r="http://schemas.openxmlformats.org/officeDocument/2006/relationships" id="313" r:id="Rca099a6df82d4713"/>
    <p:sldId xmlns:r="http://schemas.openxmlformats.org/officeDocument/2006/relationships" id="314" r:id="Re32bffe192334305"/>
    <p:sldId xmlns:r="http://schemas.openxmlformats.org/officeDocument/2006/relationships" id="315" r:id="Rfb36e7ea15d04d49"/>
    <p:sldId xmlns:r="http://schemas.openxmlformats.org/officeDocument/2006/relationships" id="316" r:id="R89da090ecf984ae3"/>
    <p:sldId xmlns:r="http://schemas.openxmlformats.org/officeDocument/2006/relationships" id="317" r:id="R5f3f9edada3b463f"/>
    <p:sldId xmlns:r="http://schemas.openxmlformats.org/officeDocument/2006/relationships" id="318" r:id="R6676a978a5504698"/>
    <p:sldId xmlns:r="http://schemas.openxmlformats.org/officeDocument/2006/relationships" id="319" r:id="R90454caa72f640e0"/>
    <p:sldId xmlns:r="http://schemas.openxmlformats.org/officeDocument/2006/relationships" id="320" r:id="R9fe68705aeb5407b"/>
    <p:sldId xmlns:r="http://schemas.openxmlformats.org/officeDocument/2006/relationships" id="321" r:id="Rf66fa456aedb4f68"/>
    <p:sldId xmlns:r="http://schemas.openxmlformats.org/officeDocument/2006/relationships" id="322" r:id="Re595c9cce6414ad0"/>
    <p:sldId xmlns:r="http://schemas.openxmlformats.org/officeDocument/2006/relationships" id="323" r:id="R61956bf4e0384668"/>
    <p:sldId xmlns:r="http://schemas.openxmlformats.org/officeDocument/2006/relationships" id="324" r:id="R662106a504d04586"/>
    <p:sldId xmlns:r="http://schemas.openxmlformats.org/officeDocument/2006/relationships" id="325" r:id="Rd2cfbe414319464d"/>
    <p:sldId xmlns:r="http://schemas.openxmlformats.org/officeDocument/2006/relationships" id="326" r:id="R4e7d49ea9e8b489d"/>
    <p:sldId xmlns:r="http://schemas.openxmlformats.org/officeDocument/2006/relationships" id="327" r:id="R882d4dc9bfee4bfd"/>
    <p:sldId xmlns:r="http://schemas.openxmlformats.org/officeDocument/2006/relationships" id="328" r:id="Rfa17440dd07343fe"/>
    <p:sldId xmlns:r="http://schemas.openxmlformats.org/officeDocument/2006/relationships" id="329" r:id="R148d29f36f2540a1"/>
    <p:sldId xmlns:r="http://schemas.openxmlformats.org/officeDocument/2006/relationships" id="330" r:id="Rd76cffc0895b44f1"/>
    <p:sldId xmlns:r="http://schemas.openxmlformats.org/officeDocument/2006/relationships" id="331" r:id="Re0452db5a9b44ca3"/>
    <p:sldId xmlns:r="http://schemas.openxmlformats.org/officeDocument/2006/relationships" id="332" r:id="R109586b7942242c6"/>
    <p:sldId xmlns:r="http://schemas.openxmlformats.org/officeDocument/2006/relationships" id="333" r:id="R5d36b041b8dc46d9"/>
    <p:sldId xmlns:r="http://schemas.openxmlformats.org/officeDocument/2006/relationships" id="334" r:id="R5bc0ec25499a46e5"/>
    <p:sldId xmlns:r="http://schemas.openxmlformats.org/officeDocument/2006/relationships" id="335" r:id="Re4f0eae857354e80"/>
    <p:sldId xmlns:r="http://schemas.openxmlformats.org/officeDocument/2006/relationships" id="336" r:id="Rcb1d1b009a6c4ac6"/>
    <p:sldId xmlns:r="http://schemas.openxmlformats.org/officeDocument/2006/relationships" id="337" r:id="R2a73513f2c5e403a"/>
    <p:sldId xmlns:r="http://schemas.openxmlformats.org/officeDocument/2006/relationships" id="338" r:id="Re40b52b5a05649b6"/>
    <p:sldId xmlns:r="http://schemas.openxmlformats.org/officeDocument/2006/relationships" id="339" r:id="R1e5361c4c6f5460f"/>
    <p:sldId xmlns:r="http://schemas.openxmlformats.org/officeDocument/2006/relationships" id="340" r:id="R3b5f1c8cdf3f4419"/>
    <p:sldId xmlns:r="http://schemas.openxmlformats.org/officeDocument/2006/relationships" id="341" r:id="R0c2d1d6a9b814442"/>
    <p:sldId xmlns:r="http://schemas.openxmlformats.org/officeDocument/2006/relationships" id="342" r:id="Rebf2fb5d265d46be"/>
    <p:sldId xmlns:r="http://schemas.openxmlformats.org/officeDocument/2006/relationships" id="343" r:id="Red0c3071b9e84e53"/>
    <p:sldId xmlns:r="http://schemas.openxmlformats.org/officeDocument/2006/relationships" id="344" r:id="R2f03d1b7801a4907"/>
    <p:sldId xmlns:r="http://schemas.openxmlformats.org/officeDocument/2006/relationships" id="345" r:id="R23ab9d4074b142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3b3987ac70c46fe" /><Relationship Type="http://schemas.openxmlformats.org/officeDocument/2006/relationships/slideMaster" Target="/ppt/slideMasters/slideMaster1.xml" Id="R885ecebfc5054f4b" /><Relationship Type="http://schemas.openxmlformats.org/officeDocument/2006/relationships/notesMaster" Target="/ppt/notesMasters/notesMaster1.xml" Id="R3ae7d82d9b874495" /><Relationship Type="http://schemas.openxmlformats.org/officeDocument/2006/relationships/presProps" Target="/ppt/presProps.xml" Id="R7d82fb3cfb6c43bb" /><Relationship Type="http://schemas.openxmlformats.org/officeDocument/2006/relationships/tableStyles" Target="/ppt/tableStyles.xml" Id="R00f469b9c6ac4c84" /><Relationship Type="http://schemas.openxmlformats.org/officeDocument/2006/relationships/slide" Target="/ppt/slides/slide1.xml" Id="R9c84315ad96f461e" /><Relationship Type="http://schemas.openxmlformats.org/officeDocument/2006/relationships/slide" Target="/ppt/slides/slide2.xml" Id="R4c582319050542c9" /><Relationship Type="http://schemas.openxmlformats.org/officeDocument/2006/relationships/slide" Target="/ppt/slides/slide3.xml" Id="Rfa37bcc257d34aba" /><Relationship Type="http://schemas.openxmlformats.org/officeDocument/2006/relationships/slide" Target="/ppt/slides/slide4.xml" Id="R47349907e184436c" /><Relationship Type="http://schemas.openxmlformats.org/officeDocument/2006/relationships/slide" Target="/ppt/slides/slide5.xml" Id="Rb046a7fcd6474283" /><Relationship Type="http://schemas.openxmlformats.org/officeDocument/2006/relationships/slide" Target="/ppt/slides/slide6.xml" Id="R2596babfcc7e4432" /><Relationship Type="http://schemas.openxmlformats.org/officeDocument/2006/relationships/slide" Target="/ppt/slides/slide7.xml" Id="R6b913f7fc6f24757" /><Relationship Type="http://schemas.openxmlformats.org/officeDocument/2006/relationships/slide" Target="/ppt/slides/slide8.xml" Id="R247016f2c63e436e" /><Relationship Type="http://schemas.openxmlformats.org/officeDocument/2006/relationships/slide" Target="/ppt/slides/slide9.xml" Id="R3291c0bcf05047c8" /><Relationship Type="http://schemas.openxmlformats.org/officeDocument/2006/relationships/slide" Target="/ppt/slides/slide10.xml" Id="R1be5103272f44119" /><Relationship Type="http://schemas.openxmlformats.org/officeDocument/2006/relationships/slide" Target="/ppt/slides/slide11.xml" Id="R407c51a1a1314005" /><Relationship Type="http://schemas.openxmlformats.org/officeDocument/2006/relationships/slide" Target="/ppt/slides/slide12.xml" Id="Rb688148e234a4683" /><Relationship Type="http://schemas.openxmlformats.org/officeDocument/2006/relationships/slide" Target="/ppt/slides/slide13.xml" Id="R191ccef5815e4657" /><Relationship Type="http://schemas.openxmlformats.org/officeDocument/2006/relationships/slide" Target="/ppt/slides/slide14.xml" Id="R2c84aa51b06d4434" /><Relationship Type="http://schemas.openxmlformats.org/officeDocument/2006/relationships/slide" Target="/ppt/slides/slide15.xml" Id="Rfe4a30b24cba427b" /><Relationship Type="http://schemas.openxmlformats.org/officeDocument/2006/relationships/slide" Target="/ppt/slides/slide16.xml" Id="Rf3be26e46a154bdf" /><Relationship Type="http://schemas.openxmlformats.org/officeDocument/2006/relationships/slide" Target="/ppt/slides/slide17.xml" Id="Rd40ea658f06c4b50" /><Relationship Type="http://schemas.openxmlformats.org/officeDocument/2006/relationships/slide" Target="/ppt/slides/slide18.xml" Id="R78eaca70cb014c53" /><Relationship Type="http://schemas.openxmlformats.org/officeDocument/2006/relationships/slide" Target="/ppt/slides/slide19.xml" Id="Ra3fcfc4cad6a401a" /><Relationship Type="http://schemas.openxmlformats.org/officeDocument/2006/relationships/slide" Target="/ppt/slides/slide20.xml" Id="R5c87391cdef7451f" /><Relationship Type="http://schemas.openxmlformats.org/officeDocument/2006/relationships/slide" Target="/ppt/slides/slide21.xml" Id="R1fb72577dce64ff7" /><Relationship Type="http://schemas.openxmlformats.org/officeDocument/2006/relationships/slide" Target="/ppt/slides/slide22.xml" Id="R5edb86db029648d1" /><Relationship Type="http://schemas.openxmlformats.org/officeDocument/2006/relationships/slide" Target="/ppt/slides/slide23.xml" Id="Rd31c2e0e91cc498c" /><Relationship Type="http://schemas.openxmlformats.org/officeDocument/2006/relationships/slide" Target="/ppt/slides/slide24.xml" Id="R5c61f63125ba433d" /><Relationship Type="http://schemas.openxmlformats.org/officeDocument/2006/relationships/slide" Target="/ppt/slides/slide25.xml" Id="R150531e3264e49c3" /><Relationship Type="http://schemas.openxmlformats.org/officeDocument/2006/relationships/slide" Target="/ppt/slides/slide26.xml" Id="R1cf045160d8e4ee1" /><Relationship Type="http://schemas.openxmlformats.org/officeDocument/2006/relationships/slide" Target="/ppt/slides/slide27.xml" Id="R985d606a34514bff" /><Relationship Type="http://schemas.openxmlformats.org/officeDocument/2006/relationships/slide" Target="/ppt/slides/slide28.xml" Id="R9544e022c5614aa0" /><Relationship Type="http://schemas.openxmlformats.org/officeDocument/2006/relationships/slide" Target="/ppt/slides/slide29.xml" Id="R9b69f4990b3441fe" /><Relationship Type="http://schemas.openxmlformats.org/officeDocument/2006/relationships/slide" Target="/ppt/slides/slide30.xml" Id="Rfd029a0700524007" /><Relationship Type="http://schemas.openxmlformats.org/officeDocument/2006/relationships/slide" Target="/ppt/slides/slide31.xml" Id="R1a6b53492d824756" /><Relationship Type="http://schemas.openxmlformats.org/officeDocument/2006/relationships/slide" Target="/ppt/slides/slide32.xml" Id="R8672fa3026414438" /><Relationship Type="http://schemas.openxmlformats.org/officeDocument/2006/relationships/slide" Target="/ppt/slides/slide33.xml" Id="R0b98b0305ad746cf" /><Relationship Type="http://schemas.openxmlformats.org/officeDocument/2006/relationships/slide" Target="/ppt/slides/slide34.xml" Id="R45b4a4dbbce24990" /><Relationship Type="http://schemas.openxmlformats.org/officeDocument/2006/relationships/slide" Target="/ppt/slides/slide35.xml" Id="R642afde016bc48b1" /><Relationship Type="http://schemas.openxmlformats.org/officeDocument/2006/relationships/slide" Target="/ppt/slides/slide36.xml" Id="R0a32203c942e4a92" /><Relationship Type="http://schemas.openxmlformats.org/officeDocument/2006/relationships/slide" Target="/ppt/slides/slide37.xml" Id="R795ed5b6298249a8" /><Relationship Type="http://schemas.openxmlformats.org/officeDocument/2006/relationships/slide" Target="/ppt/slides/slide38.xml" Id="R5afc3b5a25324a55" /><Relationship Type="http://schemas.openxmlformats.org/officeDocument/2006/relationships/slide" Target="/ppt/slides/slide39.xml" Id="Rbb6c1c978fe54f2d" /><Relationship Type="http://schemas.openxmlformats.org/officeDocument/2006/relationships/slide" Target="/ppt/slides/slide40.xml" Id="R297e347aeb71424d" /><Relationship Type="http://schemas.openxmlformats.org/officeDocument/2006/relationships/slide" Target="/ppt/slides/slide41.xml" Id="R919d4cf10c6a4ccf" /><Relationship Type="http://schemas.openxmlformats.org/officeDocument/2006/relationships/slide" Target="/ppt/slides/slide42.xml" Id="Rede4cd42e7944453" /><Relationship Type="http://schemas.openxmlformats.org/officeDocument/2006/relationships/slide" Target="/ppt/slides/slide43.xml" Id="R8c3d9f2c67f54d1b" /><Relationship Type="http://schemas.openxmlformats.org/officeDocument/2006/relationships/slide" Target="/ppt/slides/slide44.xml" Id="Re409ca44e8ee4772" /><Relationship Type="http://schemas.openxmlformats.org/officeDocument/2006/relationships/slide" Target="/ppt/slides/slide45.xml" Id="R9320ff3d90714ed3" /><Relationship Type="http://schemas.openxmlformats.org/officeDocument/2006/relationships/slide" Target="/ppt/slides/slide46.xml" Id="R7f15716bb7eb44fd" /><Relationship Type="http://schemas.openxmlformats.org/officeDocument/2006/relationships/slide" Target="/ppt/slides/slide47.xml" Id="R33e14c90176e4e98" /><Relationship Type="http://schemas.openxmlformats.org/officeDocument/2006/relationships/slide" Target="/ppt/slides/slide48.xml" Id="R4941033ff76449b1" /><Relationship Type="http://schemas.openxmlformats.org/officeDocument/2006/relationships/slide" Target="/ppt/slides/slide49.xml" Id="R8bf9a12518ea4ea3" /><Relationship Type="http://schemas.openxmlformats.org/officeDocument/2006/relationships/slide" Target="/ppt/slides/slide50.xml" Id="R7c66036493744f1b" /><Relationship Type="http://schemas.openxmlformats.org/officeDocument/2006/relationships/slide" Target="/ppt/slides/slide51.xml" Id="R28f80c0ceb2c4a79" /><Relationship Type="http://schemas.openxmlformats.org/officeDocument/2006/relationships/slide" Target="/ppt/slides/slide52.xml" Id="R34f0f0d8610f4dd8" /><Relationship Type="http://schemas.openxmlformats.org/officeDocument/2006/relationships/slide" Target="/ppt/slides/slide53.xml" Id="R53cc3300b7cd4a29" /><Relationship Type="http://schemas.openxmlformats.org/officeDocument/2006/relationships/slide" Target="/ppt/slides/slide54.xml" Id="R54d26ca6c83e4761" /><Relationship Type="http://schemas.openxmlformats.org/officeDocument/2006/relationships/slide" Target="/ppt/slides/slide55.xml" Id="R6f142808509e49ad" /><Relationship Type="http://schemas.openxmlformats.org/officeDocument/2006/relationships/slide" Target="/ppt/slides/slide56.xml" Id="Rf540cffa19194082" /><Relationship Type="http://schemas.openxmlformats.org/officeDocument/2006/relationships/slide" Target="/ppt/slides/slide57.xml" Id="R8dd4c4dc885648c6" /><Relationship Type="http://schemas.openxmlformats.org/officeDocument/2006/relationships/slide" Target="/ppt/slides/slide58.xml" Id="Rca099a6df82d4713" /><Relationship Type="http://schemas.openxmlformats.org/officeDocument/2006/relationships/slide" Target="/ppt/slides/slide59.xml" Id="Re32bffe192334305" /><Relationship Type="http://schemas.openxmlformats.org/officeDocument/2006/relationships/slide" Target="/ppt/slides/slide60.xml" Id="Rfb36e7ea15d04d49" /><Relationship Type="http://schemas.openxmlformats.org/officeDocument/2006/relationships/slide" Target="/ppt/slides/slide61.xml" Id="R89da090ecf984ae3" /><Relationship Type="http://schemas.openxmlformats.org/officeDocument/2006/relationships/slide" Target="/ppt/slides/slide62.xml" Id="R5f3f9edada3b463f" /><Relationship Type="http://schemas.openxmlformats.org/officeDocument/2006/relationships/slide" Target="/ppt/slides/slide63.xml" Id="R6676a978a5504698" /><Relationship Type="http://schemas.openxmlformats.org/officeDocument/2006/relationships/slide" Target="/ppt/slides/slide64.xml" Id="R90454caa72f640e0" /><Relationship Type="http://schemas.openxmlformats.org/officeDocument/2006/relationships/slide" Target="/ppt/slides/slide65.xml" Id="R9fe68705aeb5407b" /><Relationship Type="http://schemas.openxmlformats.org/officeDocument/2006/relationships/slide" Target="/ppt/slides/slide66.xml" Id="Rf66fa456aedb4f68" /><Relationship Type="http://schemas.openxmlformats.org/officeDocument/2006/relationships/slide" Target="/ppt/slides/slide67.xml" Id="Re595c9cce6414ad0" /><Relationship Type="http://schemas.openxmlformats.org/officeDocument/2006/relationships/slide" Target="/ppt/slides/slide68.xml" Id="R61956bf4e0384668" /><Relationship Type="http://schemas.openxmlformats.org/officeDocument/2006/relationships/slide" Target="/ppt/slides/slide69.xml" Id="R662106a504d04586" /><Relationship Type="http://schemas.openxmlformats.org/officeDocument/2006/relationships/slide" Target="/ppt/slides/slide70.xml" Id="Rd2cfbe414319464d" /><Relationship Type="http://schemas.openxmlformats.org/officeDocument/2006/relationships/slide" Target="/ppt/slides/slide71.xml" Id="R4e7d49ea9e8b489d" /><Relationship Type="http://schemas.openxmlformats.org/officeDocument/2006/relationships/slide" Target="/ppt/slides/slide72.xml" Id="R882d4dc9bfee4bfd" /><Relationship Type="http://schemas.openxmlformats.org/officeDocument/2006/relationships/slide" Target="/ppt/slides/slide73.xml" Id="Rfa17440dd07343fe" /><Relationship Type="http://schemas.openxmlformats.org/officeDocument/2006/relationships/slide" Target="/ppt/slides/slide74.xml" Id="R148d29f36f2540a1" /><Relationship Type="http://schemas.openxmlformats.org/officeDocument/2006/relationships/slide" Target="/ppt/slides/slide75.xml" Id="Rd76cffc0895b44f1" /><Relationship Type="http://schemas.openxmlformats.org/officeDocument/2006/relationships/slide" Target="/ppt/slides/slide76.xml" Id="Re0452db5a9b44ca3" /><Relationship Type="http://schemas.openxmlformats.org/officeDocument/2006/relationships/slide" Target="/ppt/slides/slide77.xml" Id="R109586b7942242c6" /><Relationship Type="http://schemas.openxmlformats.org/officeDocument/2006/relationships/slide" Target="/ppt/slides/slide78.xml" Id="R5d36b041b8dc46d9" /><Relationship Type="http://schemas.openxmlformats.org/officeDocument/2006/relationships/slide" Target="/ppt/slides/slide79.xml" Id="R5bc0ec25499a46e5" /><Relationship Type="http://schemas.openxmlformats.org/officeDocument/2006/relationships/slide" Target="/ppt/slides/slide80.xml" Id="Re4f0eae857354e80" /><Relationship Type="http://schemas.openxmlformats.org/officeDocument/2006/relationships/slide" Target="/ppt/slides/slide81.xml" Id="Rcb1d1b009a6c4ac6" /><Relationship Type="http://schemas.openxmlformats.org/officeDocument/2006/relationships/slide" Target="/ppt/slides/slide82.xml" Id="R2a73513f2c5e403a" /><Relationship Type="http://schemas.openxmlformats.org/officeDocument/2006/relationships/slide" Target="/ppt/slides/slide83.xml" Id="Re40b52b5a05649b6" /><Relationship Type="http://schemas.openxmlformats.org/officeDocument/2006/relationships/slide" Target="/ppt/slides/slide84.xml" Id="R1e5361c4c6f5460f" /><Relationship Type="http://schemas.openxmlformats.org/officeDocument/2006/relationships/slide" Target="/ppt/slides/slide85.xml" Id="R3b5f1c8cdf3f4419" /><Relationship Type="http://schemas.openxmlformats.org/officeDocument/2006/relationships/slide" Target="/ppt/slides/slide86.xml" Id="R0c2d1d6a9b814442" /><Relationship Type="http://schemas.openxmlformats.org/officeDocument/2006/relationships/slide" Target="/ppt/slides/slide87.xml" Id="Rebf2fb5d265d46be" /><Relationship Type="http://schemas.openxmlformats.org/officeDocument/2006/relationships/slide" Target="/ppt/slides/slide88.xml" Id="Red0c3071b9e84e53" /><Relationship Type="http://schemas.openxmlformats.org/officeDocument/2006/relationships/slide" Target="/ppt/slides/slide89.xml" Id="R2f03d1b7801a4907" /><Relationship Type="http://schemas.openxmlformats.org/officeDocument/2006/relationships/slide" Target="/ppt/slides/slide90.xml" Id="R23ab9d4074b142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393f1e23a247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6312cf285d47a5" /><Relationship Type="http://schemas.openxmlformats.org/officeDocument/2006/relationships/notesMaster" Target="/ppt/notesMasters/notesMaster1.xml" Id="R5cfdddfd486c4b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de118587784e6b" /><Relationship Type="http://schemas.openxmlformats.org/officeDocument/2006/relationships/notesMaster" Target="/ppt/notesMasters/notesMaster1.xml" Id="Ra068f84f602c40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f0b85be5274ce4" /><Relationship Type="http://schemas.openxmlformats.org/officeDocument/2006/relationships/notesMaster" Target="/ppt/notesMasters/notesMaster1.xml" Id="R9864676061f64e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a827e4837e4217" /><Relationship Type="http://schemas.openxmlformats.org/officeDocument/2006/relationships/notesMaster" Target="/ppt/notesMasters/notesMaster1.xml" Id="R5069d637f6ba48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d4d11cdc1c426d" /><Relationship Type="http://schemas.openxmlformats.org/officeDocument/2006/relationships/notesMaster" Target="/ppt/notesMasters/notesMaster1.xml" Id="R2b4be57c3d3e4b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c6b92ed96354934" /><Relationship Type="http://schemas.openxmlformats.org/officeDocument/2006/relationships/notesMaster" Target="/ppt/notesMasters/notesMaster1.xml" Id="R51beeec5ab5c44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e8b54c6db04d3e" /><Relationship Type="http://schemas.openxmlformats.org/officeDocument/2006/relationships/notesMaster" Target="/ppt/notesMasters/notesMaster1.xml" Id="Ref370e9f15b34a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24f04c496a404b" /><Relationship Type="http://schemas.openxmlformats.org/officeDocument/2006/relationships/notesMaster" Target="/ppt/notesMasters/notesMaster1.xml" Id="R1e44f8ed7fbe488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d38d719da842be" /><Relationship Type="http://schemas.openxmlformats.org/officeDocument/2006/relationships/notesMaster" Target="/ppt/notesMasters/notesMaster1.xml" Id="R803b068eaaa843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846444d00d4a77" /><Relationship Type="http://schemas.openxmlformats.org/officeDocument/2006/relationships/notesMaster" Target="/ppt/notesMasters/notesMaster1.xml" Id="R6e6948f60a5b40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293f5b59eb484a" /><Relationship Type="http://schemas.openxmlformats.org/officeDocument/2006/relationships/notesMaster" Target="/ppt/notesMasters/notesMaster1.xml" Id="R37e134b96a144e8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985ff75a9e42ee" /><Relationship Type="http://schemas.openxmlformats.org/officeDocument/2006/relationships/notesMaster" Target="/ppt/notesMasters/notesMaster1.xml" Id="Rdf6c91d610f74f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8d991a0a2f4a29" /><Relationship Type="http://schemas.openxmlformats.org/officeDocument/2006/relationships/notesMaster" Target="/ppt/notesMasters/notesMaster1.xml" Id="Re3b5e9397d3e4a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e88dd2a5744b01" /><Relationship Type="http://schemas.openxmlformats.org/officeDocument/2006/relationships/notesMaster" Target="/ppt/notesMasters/notesMaster1.xml" Id="R67bd249b97d749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1620ff1c334acb" /><Relationship Type="http://schemas.openxmlformats.org/officeDocument/2006/relationships/notesMaster" Target="/ppt/notesMasters/notesMaster1.xml" Id="R4a56ea110e16465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e81a3ab883842f7" /><Relationship Type="http://schemas.openxmlformats.org/officeDocument/2006/relationships/notesMaster" Target="/ppt/notesMasters/notesMaster1.xml" Id="R42246cd6f7aa40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1271a6c7a2495e" /><Relationship Type="http://schemas.openxmlformats.org/officeDocument/2006/relationships/notesMaster" Target="/ppt/notesMasters/notesMaster1.xml" Id="Rfcb0bf83367c49d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bee27c1d6c84144" /><Relationship Type="http://schemas.openxmlformats.org/officeDocument/2006/relationships/notesMaster" Target="/ppt/notesMasters/notesMaster1.xml" Id="R2d19b9f4018d4cc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df672154a24159" /><Relationship Type="http://schemas.openxmlformats.org/officeDocument/2006/relationships/notesMaster" Target="/ppt/notesMasters/notesMaster1.xml" Id="R749b87ddd03d42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93d1d6055ae4e72" /><Relationship Type="http://schemas.openxmlformats.org/officeDocument/2006/relationships/notesMaster" Target="/ppt/notesMasters/notesMaster1.xml" Id="R16242639b6a14b7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fc7c5b6afd1460e" /><Relationship Type="http://schemas.openxmlformats.org/officeDocument/2006/relationships/notesMaster" Target="/ppt/notesMasters/notesMaster1.xml" Id="R3f0fd90ee70a4e9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70b9da825d4d52" /><Relationship Type="http://schemas.openxmlformats.org/officeDocument/2006/relationships/notesMaster" Target="/ppt/notesMasters/notesMaster1.xml" Id="R271db46e86384eb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a780353fceb4db4" /><Relationship Type="http://schemas.openxmlformats.org/officeDocument/2006/relationships/notesMaster" Target="/ppt/notesMasters/notesMaster1.xml" Id="R7857493ff24648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139af300f8441ae" /><Relationship Type="http://schemas.openxmlformats.org/officeDocument/2006/relationships/notesMaster" Target="/ppt/notesMasters/notesMaster1.xml" Id="Rb20b624abbec483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2cc67d4d2a4458b" /><Relationship Type="http://schemas.openxmlformats.org/officeDocument/2006/relationships/notesMaster" Target="/ppt/notesMasters/notesMaster1.xml" Id="R89a54df03c2e407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df1cf093724e26" /><Relationship Type="http://schemas.openxmlformats.org/officeDocument/2006/relationships/notesMaster" Target="/ppt/notesMasters/notesMaster1.xml" Id="R4ff0296a977b431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78013e888f41a4" /><Relationship Type="http://schemas.openxmlformats.org/officeDocument/2006/relationships/notesMaster" Target="/ppt/notesMasters/notesMaster1.xml" Id="Re73f074de6a240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3a2233f5e274082" /><Relationship Type="http://schemas.openxmlformats.org/officeDocument/2006/relationships/notesMaster" Target="/ppt/notesMasters/notesMaster1.xml" Id="R258b1e49863b40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2c5d05ebe3549cf" /><Relationship Type="http://schemas.openxmlformats.org/officeDocument/2006/relationships/notesMaster" Target="/ppt/notesMasters/notesMaster1.xml" Id="Re7d763f9eda04da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a6976d84e824379" /><Relationship Type="http://schemas.openxmlformats.org/officeDocument/2006/relationships/notesMaster" Target="/ppt/notesMasters/notesMaster1.xml" Id="Rdb714413188a48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603b1592ca475a" /><Relationship Type="http://schemas.openxmlformats.org/officeDocument/2006/relationships/notesMaster" Target="/ppt/notesMasters/notesMaster1.xml" Id="Re3e50df3bb0d4e0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7a3095feee4440e" /><Relationship Type="http://schemas.openxmlformats.org/officeDocument/2006/relationships/notesMaster" Target="/ppt/notesMasters/notesMaster1.xml" Id="Rba85818fd882402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e9a9ed49c7846c2" /><Relationship Type="http://schemas.openxmlformats.org/officeDocument/2006/relationships/notesMaster" Target="/ppt/notesMasters/notesMaster1.xml" Id="R487b1f131aaf43f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5f0898f59784792" /><Relationship Type="http://schemas.openxmlformats.org/officeDocument/2006/relationships/notesMaster" Target="/ppt/notesMasters/notesMaster1.xml" Id="R03be0e9e960b452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97bae83b42c4852" /><Relationship Type="http://schemas.openxmlformats.org/officeDocument/2006/relationships/notesMaster" Target="/ppt/notesMasters/notesMaster1.xml" Id="Rd2359d88a07546a7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5f8505f29ad4b98" /><Relationship Type="http://schemas.openxmlformats.org/officeDocument/2006/relationships/notesMaster" Target="/ppt/notesMasters/notesMaster1.xml" Id="R47b03dc8678d44e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537892cab9542fc" /><Relationship Type="http://schemas.openxmlformats.org/officeDocument/2006/relationships/notesMaster" Target="/ppt/notesMasters/notesMaster1.xml" Id="R58871906bbf44d7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85e8196ec734977" /><Relationship Type="http://schemas.openxmlformats.org/officeDocument/2006/relationships/notesMaster" Target="/ppt/notesMasters/notesMaster1.xml" Id="Rd2748de96a0a445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ebcf9158bac4e12" /><Relationship Type="http://schemas.openxmlformats.org/officeDocument/2006/relationships/notesMaster" Target="/ppt/notesMasters/notesMaster1.xml" Id="Rc0da91602d454e2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8c4d7eb0ef94bd3" /><Relationship Type="http://schemas.openxmlformats.org/officeDocument/2006/relationships/notesMaster" Target="/ppt/notesMasters/notesMaster1.xml" Id="R32c51f53b21640a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0166a18ba3043d7" /><Relationship Type="http://schemas.openxmlformats.org/officeDocument/2006/relationships/notesMaster" Target="/ppt/notesMasters/notesMaster1.xml" Id="Rb859e1a47924425f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0bd8e0634a0449c" /><Relationship Type="http://schemas.openxmlformats.org/officeDocument/2006/relationships/notesMaster" Target="/ppt/notesMasters/notesMaster1.xml" Id="R9d628ef154a341f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2251d794e9f4461" /><Relationship Type="http://schemas.openxmlformats.org/officeDocument/2006/relationships/notesMaster" Target="/ppt/notesMasters/notesMaster1.xml" Id="R65ad1650fc6045be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d02c0277afdf4371" /><Relationship Type="http://schemas.openxmlformats.org/officeDocument/2006/relationships/notesMaster" Target="/ppt/notesMasters/notesMaster1.xml" Id="Rcb9e34f9ec5549e5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db76d6fff7f4725" /><Relationship Type="http://schemas.openxmlformats.org/officeDocument/2006/relationships/notesMaster" Target="/ppt/notesMasters/notesMaster1.xml" Id="R81c59809b8634e5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37070c40673a4412" /><Relationship Type="http://schemas.openxmlformats.org/officeDocument/2006/relationships/notesMaster" Target="/ppt/notesMasters/notesMaster1.xml" Id="R6d2984fe230e4c9a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fc3c3fa500574047" /><Relationship Type="http://schemas.openxmlformats.org/officeDocument/2006/relationships/notesMaster" Target="/ppt/notesMasters/notesMaster1.xml" Id="Rf62dd622673b4803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c1597bcc75c4d76" /><Relationship Type="http://schemas.openxmlformats.org/officeDocument/2006/relationships/notesMaster" Target="/ppt/notesMasters/notesMaster1.xml" Id="R40ff00fc687e410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7f8691e4df04521" /><Relationship Type="http://schemas.openxmlformats.org/officeDocument/2006/relationships/notesMaster" Target="/ppt/notesMasters/notesMaster1.xml" Id="R1e70342ec56146c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a044f7bd5d3f4b6f" /><Relationship Type="http://schemas.openxmlformats.org/officeDocument/2006/relationships/notesMaster" Target="/ppt/notesMasters/notesMaster1.xml" Id="R72f579cb8138406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cf6a7d958ab4310" /><Relationship Type="http://schemas.openxmlformats.org/officeDocument/2006/relationships/notesMaster" Target="/ppt/notesMasters/notesMaster1.xml" Id="Re0cc0041d406445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438bf4ead483499a" /><Relationship Type="http://schemas.openxmlformats.org/officeDocument/2006/relationships/notesMaster" Target="/ppt/notesMasters/notesMaster1.xml" Id="Ra222b77316c049ef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8ba3985189bc472c" /><Relationship Type="http://schemas.openxmlformats.org/officeDocument/2006/relationships/notesMaster" Target="/ppt/notesMasters/notesMaster1.xml" Id="R108aab68cea4496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7c4e4d8f2f24f26" /><Relationship Type="http://schemas.openxmlformats.org/officeDocument/2006/relationships/notesMaster" Target="/ppt/notesMasters/notesMaster1.xml" Id="Rd83d40790ff54db8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5838a43be530417b" /><Relationship Type="http://schemas.openxmlformats.org/officeDocument/2006/relationships/notesMaster" Target="/ppt/notesMasters/notesMaster1.xml" Id="R84b86d7145d3427c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0de2f6145b34d23" /><Relationship Type="http://schemas.openxmlformats.org/officeDocument/2006/relationships/notesMaster" Target="/ppt/notesMasters/notesMaster1.xml" Id="R554b1cd606024dd9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e50dab6d7e8340be" /><Relationship Type="http://schemas.openxmlformats.org/officeDocument/2006/relationships/notesMaster" Target="/ppt/notesMasters/notesMaster1.xml" Id="R17ce1e32d1e54f3e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0552f20adf9247aa" /><Relationship Type="http://schemas.openxmlformats.org/officeDocument/2006/relationships/notesMaster" Target="/ppt/notesMasters/notesMaster1.xml" Id="R61d9b87430c9421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292b5f07a0dd42fc" /><Relationship Type="http://schemas.openxmlformats.org/officeDocument/2006/relationships/notesMaster" Target="/ppt/notesMasters/notesMaster1.xml" Id="R51408301a80444c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95097d52e6104b97" /><Relationship Type="http://schemas.openxmlformats.org/officeDocument/2006/relationships/notesMaster" Target="/ppt/notesMasters/notesMaster1.xml" Id="R33fe1ba1018645af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a56b08ab606048ae" /><Relationship Type="http://schemas.openxmlformats.org/officeDocument/2006/relationships/notesMaster" Target="/ppt/notesMasters/notesMaster1.xml" Id="R28ef657c61f74cc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adbab44f75b04f17" /><Relationship Type="http://schemas.openxmlformats.org/officeDocument/2006/relationships/notesMaster" Target="/ppt/notesMasters/notesMaster1.xml" Id="R4e3128a74c5e44fa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8f490e9f37a6439f" /><Relationship Type="http://schemas.openxmlformats.org/officeDocument/2006/relationships/notesMaster" Target="/ppt/notesMasters/notesMaster1.xml" Id="R7e56671ec0b245fc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45ed6cb488874e98" /><Relationship Type="http://schemas.openxmlformats.org/officeDocument/2006/relationships/notesMaster" Target="/ppt/notesMasters/notesMaster1.xml" Id="R8f081d8e21c14e4e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5caa091f05454d4a" /><Relationship Type="http://schemas.openxmlformats.org/officeDocument/2006/relationships/notesMaster" Target="/ppt/notesMasters/notesMaster1.xml" Id="R29f97592886c4bac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29a8787a026645c8" /><Relationship Type="http://schemas.openxmlformats.org/officeDocument/2006/relationships/notesMaster" Target="/ppt/notesMasters/notesMaster1.xml" Id="R6540b7d1f2874cad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4bc6ef4aafff4d6a" /><Relationship Type="http://schemas.openxmlformats.org/officeDocument/2006/relationships/notesMaster" Target="/ppt/notesMasters/notesMaster1.xml" Id="Rcf10cd8abc7a4ea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a7cdd79571c43b9" /><Relationship Type="http://schemas.openxmlformats.org/officeDocument/2006/relationships/notesMaster" Target="/ppt/notesMasters/notesMaster1.xml" Id="R87d3823f9aeb4b03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ff0fab27427494e" /><Relationship Type="http://schemas.openxmlformats.org/officeDocument/2006/relationships/notesMaster" Target="/ppt/notesMasters/notesMaster1.xml" Id="R5fd35b3e768f488e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d3ce7c14fc0545d2" /><Relationship Type="http://schemas.openxmlformats.org/officeDocument/2006/relationships/notesMaster" Target="/ppt/notesMasters/notesMaster1.xml" Id="R42c740d9d5f74f8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29fcc88fd9c84861" /><Relationship Type="http://schemas.openxmlformats.org/officeDocument/2006/relationships/notesMaster" Target="/ppt/notesMasters/notesMaster1.xml" Id="Rdbaceaa384cc418c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bf3418eef91440b9" /><Relationship Type="http://schemas.openxmlformats.org/officeDocument/2006/relationships/notesMaster" Target="/ppt/notesMasters/notesMaster1.xml" Id="Rd3253bf6131249ba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46aee2588df4b8a" /><Relationship Type="http://schemas.openxmlformats.org/officeDocument/2006/relationships/notesMaster" Target="/ppt/notesMasters/notesMaster1.xml" Id="Rf404bcc2119846a0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87070a9acf0c4840" /><Relationship Type="http://schemas.openxmlformats.org/officeDocument/2006/relationships/notesMaster" Target="/ppt/notesMasters/notesMaster1.xml" Id="Re5e8911dde0a4275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7c7b0c329a724f4e" /><Relationship Type="http://schemas.openxmlformats.org/officeDocument/2006/relationships/notesMaster" Target="/ppt/notesMasters/notesMaster1.xml" Id="Rcccd74ad7a1b41d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bba5b8c964014856" /><Relationship Type="http://schemas.openxmlformats.org/officeDocument/2006/relationships/notesMaster" Target="/ppt/notesMasters/notesMaster1.xml" Id="R8db954a53fb341b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58e6919d7d454e9e" /><Relationship Type="http://schemas.openxmlformats.org/officeDocument/2006/relationships/notesMaster" Target="/ppt/notesMasters/notesMaster1.xml" Id="R45ad43846cd645d6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4cec174e91a943b5" /><Relationship Type="http://schemas.openxmlformats.org/officeDocument/2006/relationships/notesMaster" Target="/ppt/notesMasters/notesMaster1.xml" Id="Re65e39649bf94e65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e3c077451d6a47bc" /><Relationship Type="http://schemas.openxmlformats.org/officeDocument/2006/relationships/notesMaster" Target="/ppt/notesMasters/notesMaster1.xml" Id="Rd46b559edecf404b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94ebd2a30705464e" /><Relationship Type="http://schemas.openxmlformats.org/officeDocument/2006/relationships/notesMaster" Target="/ppt/notesMasters/notesMaster1.xml" Id="Rdb411dd40a7841b9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ae30854ce8354263" /><Relationship Type="http://schemas.openxmlformats.org/officeDocument/2006/relationships/notesMaster" Target="/ppt/notesMasters/notesMaster1.xml" Id="R159aff405ab94e7d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b0a523ae71e84a54" /><Relationship Type="http://schemas.openxmlformats.org/officeDocument/2006/relationships/notesMaster" Target="/ppt/notesMasters/notesMaster1.xml" Id="R8f944394504f445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85d85fae49654b31" /><Relationship Type="http://schemas.openxmlformats.org/officeDocument/2006/relationships/notesMaster" Target="/ppt/notesMasters/notesMaster1.xml" Id="Rca74264d4b88436b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fbdf5712e5b4912" /><Relationship Type="http://schemas.openxmlformats.org/officeDocument/2006/relationships/notesMaster" Target="/ppt/notesMasters/notesMaster1.xml" Id="R41136da6934c403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09a4f4b56e2242ae" /><Relationship Type="http://schemas.openxmlformats.org/officeDocument/2006/relationships/notesMaster" Target="/ppt/notesMasters/notesMaster1.xml" Id="R648a9c60bb124b02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60be6d7924d74aaa" /><Relationship Type="http://schemas.openxmlformats.org/officeDocument/2006/relationships/notesMaster" Target="/ppt/notesMasters/notesMaster1.xml" Id="R13bdc79aa40e4c18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bbc94184d7134917" /><Relationship Type="http://schemas.openxmlformats.org/officeDocument/2006/relationships/notesMaster" Target="/ppt/notesMasters/notesMaster1.xml" Id="Rcfca4823558a4408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37c988ecc5d14f2c" /><Relationship Type="http://schemas.openxmlformats.org/officeDocument/2006/relationships/notesMaster" Target="/ppt/notesMasters/notesMaster1.xml" Id="R17493df7b48645bc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d0dc90a61ae04736" /><Relationship Type="http://schemas.openxmlformats.org/officeDocument/2006/relationships/notesMaster" Target="/ppt/notesMasters/notesMaster1.xml" Id="R4f75641d0f294df0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8841c68efd544c86" /><Relationship Type="http://schemas.openxmlformats.org/officeDocument/2006/relationships/notesMaster" Target="/ppt/notesMasters/notesMaster1.xml" Id="Ra62ad0965ee744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b0ff251414d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bc65a1ee694dfa" /><Relationship Type="http://schemas.openxmlformats.org/officeDocument/2006/relationships/slideLayout" Target="/ppt/slideLayouts/slideLayout1.xml" Id="R838300841b5a45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300841b5a45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9e888696f4f7c" /><Relationship Type="http://schemas.openxmlformats.org/officeDocument/2006/relationships/hyperlink" Target="https://peter-liu1997.github.io/ai-solution-reports/" TargetMode="External" Id="Rb1112eb4431a4100" /><Relationship Type="http://schemas.openxmlformats.org/officeDocument/2006/relationships/notesSlide" Target="/ppt/notesSlides/notesSlide1.xml" Id="Radb6849517c4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a3bef2cc9465f" /><Relationship Type="http://schemas.openxmlformats.org/officeDocument/2006/relationships/hyperlink" Target="https://peter-liu1997.github.io/ai-solution-reports/" TargetMode="External" Id="Re798fd2054df4b99" /><Relationship Type="http://schemas.openxmlformats.org/officeDocument/2006/relationships/hyperlink" Target="https://peter-liu1997.github.io/ai-solution-reports/" TargetMode="External" Id="R83cafa1866e644b6" /><Relationship Type="http://schemas.openxmlformats.org/officeDocument/2006/relationships/notesSlide" Target="/ppt/notesSlides/notesSlide2.xml" Id="R483c13c125a14d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8f201ca37469d" /><Relationship Type="http://schemas.openxmlformats.org/officeDocument/2006/relationships/hyperlink" Target="https://peter-liu1997.github.io/ai-solution-reports/" TargetMode="External" Id="Rf8ee74dad59840f9" /><Relationship Type="http://schemas.openxmlformats.org/officeDocument/2006/relationships/notesSlide" Target="/ppt/notesSlides/notesSlide3.xml" Id="R5dfc4b5cf4ed4b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8f1081b7442c2" /><Relationship Type="http://schemas.openxmlformats.org/officeDocument/2006/relationships/hyperlink" Target="https://peter-liu1997.github.io/ai-solution-reports/" TargetMode="External" Id="Ra462b169b75c4b0b" /><Relationship Type="http://schemas.openxmlformats.org/officeDocument/2006/relationships/notesSlide" Target="/ppt/notesSlides/notesSlide4.xml" Id="Rf5dc5e24e7c746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d11ea54e64bf0" /><Relationship Type="http://schemas.openxmlformats.org/officeDocument/2006/relationships/hyperlink" Target="https://peter-liu1997.github.io/ai-solution-reports/" TargetMode="External" Id="R6b73b4b63d784acc" /><Relationship Type="http://schemas.openxmlformats.org/officeDocument/2006/relationships/notesSlide" Target="/ppt/notesSlides/notesSlide5.xml" Id="R2f5dd36c484749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f2fb039cd48a7" /><Relationship Type="http://schemas.openxmlformats.org/officeDocument/2006/relationships/chart" Target="/ppt/slides/charts/chart1.xml" Id="R9b6ef1a2008f4d8c" /><Relationship Type="http://schemas.openxmlformats.org/officeDocument/2006/relationships/hyperlink" Target="https://peter-liu1997.github.io/ai-solution-reports/" TargetMode="External" Id="Re2866abaedde4c29" /><Relationship Type="http://schemas.openxmlformats.org/officeDocument/2006/relationships/notesSlide" Target="/ppt/notesSlides/notesSlide6.xml" Id="R97d5db1c2fbe43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1f1078dd44372" /><Relationship Type="http://schemas.openxmlformats.org/officeDocument/2006/relationships/hyperlink" Target="https://support.huaweicloud.com/productdesc-codeartssnap/codeartsdoer_pd_0001.html" TargetMode="External" Id="R4ccf84051a1b4538" /><Relationship Type="http://schemas.openxmlformats.org/officeDocument/2006/relationships/hyperlink" Target="https://support.huaweicloud.com/usermanual-codeartssnap/codeartsdoer_ug_0005.html" TargetMode="External" Id="R689a80a5587845b1" /><Relationship Type="http://schemas.openxmlformats.org/officeDocument/2006/relationships/hyperlink" Target="https://support.huaweicloud.com/usermanual-codeartssnap/codeartsagent_ug_0001.html" TargetMode="External" Id="R99f83686818b453d" /><Relationship Type="http://schemas.openxmlformats.org/officeDocument/2006/relationships/notesSlide" Target="/ppt/notesSlides/notesSlide7.xml" Id="R57d0f8aa0a5a45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029fc9b7e4644" /><Relationship Type="http://schemas.openxmlformats.org/officeDocument/2006/relationships/hyperlink" Target="https://codearts.huaweicloud.com/" TargetMode="External" Id="R37dd2ee8cc6d40b6" /><Relationship Type="http://schemas.openxmlformats.org/officeDocument/2006/relationships/hyperlink" Target="https://codearts.huaweicloud.com/pricing.html" TargetMode="External" Id="Rc6d06650462e401f" /><Relationship Type="http://schemas.openxmlformats.org/officeDocument/2006/relationships/notesSlide" Target="/ppt/notesSlides/notesSlide8.xml" Id="R15f78e734a9649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3a2daef824b44" /><Relationship Type="http://schemas.openxmlformats.org/officeDocument/2006/relationships/hyperlink" Target="https://support.huaweicloud.com/usermanual-codeartssnap/codeartsagent_ug_0001.html" TargetMode="External" Id="R9a3e57bb663147d0" /><Relationship Type="http://schemas.openxmlformats.org/officeDocument/2006/relationships/hyperlink" Target="https://support.huaweicloud.com/usermanual-codeartssnap/codeartsagent_ug_0003.html" TargetMode="External" Id="R9862046d378b49af" /><Relationship Type="http://schemas.openxmlformats.org/officeDocument/2006/relationships/hyperlink" Target="https://support.huaweicloud.com/usermanual-codeartssnap/codeartsdoer_ug_0019.html" TargetMode="External" Id="R818a958949354c91" /><Relationship Type="http://schemas.openxmlformats.org/officeDocument/2006/relationships/notesSlide" Target="/ppt/notesSlides/notesSlide9.xml" Id="R96c4c1c5a9a249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82c4b550b4607" /><Relationship Type="http://schemas.openxmlformats.org/officeDocument/2006/relationships/image" Target="/ppt/media/image.bin" Id="Rb74addabd57f4bf8" /><Relationship Type="http://schemas.openxmlformats.org/officeDocument/2006/relationships/hyperlink" Target="https://qoder.com/blog/qoder-llm?type=%E6%8A%80%E6%9C%AF" TargetMode="External" Id="R83232b931cb94ef6" /><Relationship Type="http://schemas.openxmlformats.org/officeDocument/2006/relationships/notesSlide" Target="/ppt/notesSlides/notesSlide10.xml" Id="Rfe2379bf984f41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8f6edecfa490d" /><Relationship Type="http://schemas.openxmlformats.org/officeDocument/2006/relationships/image" Target="/ppt/media/image2.bin" Id="Rab27aef9a4d0447e" /><Relationship Type="http://schemas.openxmlformats.org/officeDocument/2006/relationships/hyperlink" Target="https://qoder.com/blog/qoder-v1-mega-rewrite" TargetMode="External" Id="R893e8e193e5e4a65" /><Relationship Type="http://schemas.openxmlformats.org/officeDocument/2006/relationships/notesSlide" Target="/ppt/notesSlides/notesSlide11.xml" Id="Rbf19b3e1451a41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7d60d443943a2" /><Relationship Type="http://schemas.openxmlformats.org/officeDocument/2006/relationships/hyperlink" Target="https://peter-liu1997.github.io/ai-solution-reports/" TargetMode="External" Id="R18baa395d994488d" /><Relationship Type="http://schemas.openxmlformats.org/officeDocument/2006/relationships/notesSlide" Target="/ppt/notesSlides/notesSlide12.xml" Id="R2ddf731aa6af40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ba24634d0d431c" /><Relationship Type="http://schemas.openxmlformats.org/officeDocument/2006/relationships/image" Target="/ppt/media/image.jpeg" Id="R6f92afbc566a4d29" /><Relationship Type="http://schemas.openxmlformats.org/officeDocument/2006/relationships/hyperlink" Target="https://support.huaweicloud.com/usermanual-codeartssnap/codeartsagent_ug_0001.html" TargetMode="External" Id="R4c371fc5ced340e3" /><Relationship Type="http://schemas.openxmlformats.org/officeDocument/2006/relationships/hyperlink" Target="https://docs.qoder.com/account/enterprise/knowledge-base" TargetMode="External" Id="Rc79e052132e642f7" /><Relationship Type="http://schemas.openxmlformats.org/officeDocument/2006/relationships/hyperlink" Target="https://docs.qoder.com/account/enterprise/qmind" TargetMode="External" Id="Rd05aa1e3d73c41d2" /><Relationship Type="http://schemas.openxmlformats.org/officeDocument/2006/relationships/hyperlink" Target="https://peter-liu1997.github.io/ai-solution-reports/" TargetMode="External" Id="Rab79e7696a494828" /><Relationship Type="http://schemas.openxmlformats.org/officeDocument/2006/relationships/notesSlide" Target="/ppt/notesSlides/notesSlide13.xml" Id="Raa6e1beac28649f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8d85a893bf441c" /><Relationship Type="http://schemas.openxmlformats.org/officeDocument/2006/relationships/image" Target="/ppt/media/image.png" Id="R0ab63628b7e34d3e" /><Relationship Type="http://schemas.openxmlformats.org/officeDocument/2006/relationships/hyperlink" Target="https://support.huaweicloud.com/usermanual-codeartssnap/codeartsdoer_ug_0019.html" TargetMode="External" Id="R375b6496b3ed4673" /><Relationship Type="http://schemas.openxmlformats.org/officeDocument/2006/relationships/hyperlink" Target="https://learn.chatgpt.com/docs/agent-configuration/agents-md" TargetMode="External" Id="Re258bb31bfe3495c" /><Relationship Type="http://schemas.openxmlformats.org/officeDocument/2006/relationships/hyperlink" Target="https://cursor.com/docs/rules" TargetMode="External" Id="R16393ec83cf04c04" /><Relationship Type="http://schemas.openxmlformats.org/officeDocument/2006/relationships/hyperlink" Target="https://peter-liu1997.github.io/ai-solution-reports/" TargetMode="External" Id="R7bed6237a481412e" /><Relationship Type="http://schemas.openxmlformats.org/officeDocument/2006/relationships/notesSlide" Target="/ppt/notesSlides/notesSlide14.xml" Id="Rbd23157827574ea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2839e12de457a" /><Relationship Type="http://schemas.openxmlformats.org/officeDocument/2006/relationships/hyperlink" Target="https://support.huaweicloud.com/usermanual-codeartssnap/codeartsdoer_ug_0039.html" TargetMode="External" Id="Rba61949a6c8d4420" /><Relationship Type="http://schemas.openxmlformats.org/officeDocument/2006/relationships/hyperlink" Target="https://code.claude.com/docs/en/memory" TargetMode="External" Id="Rdac72db8f8434c45" /><Relationship Type="http://schemas.openxmlformats.org/officeDocument/2006/relationships/hyperlink" Target="https://docs.qoder.com/cloud-agents/memory-stores" TargetMode="External" Id="Rb63e52a9c189452f" /><Relationship Type="http://schemas.openxmlformats.org/officeDocument/2006/relationships/hyperlink" Target="https://peter-liu1997.github.io/ai-solution-reports/" TargetMode="External" Id="R07e59df2af62410a" /><Relationship Type="http://schemas.openxmlformats.org/officeDocument/2006/relationships/notesSlide" Target="/ppt/notesSlides/notesSlide15.xml" Id="R8e9e2737101244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11c99d8b2498e" /><Relationship Type="http://schemas.openxmlformats.org/officeDocument/2006/relationships/hyperlink" Target="https://support.huaweicloud.com/usermanual-codeartssnap/codeartsdoer_ug_0013.html" TargetMode="External" Id="Rfbf95ef985224a33" /><Relationship Type="http://schemas.openxmlformats.org/officeDocument/2006/relationships/hyperlink" Target="https://docs.qoder.com/account/enterprise/knowledge-base" TargetMode="External" Id="Rc99ed071b69a4186" /><Relationship Type="http://schemas.openxmlformats.org/officeDocument/2006/relationships/hyperlink" Target="https://docs.qoder.com/account/enterprise/qmind" TargetMode="External" Id="R0dc765e3f2384263" /><Relationship Type="http://schemas.openxmlformats.org/officeDocument/2006/relationships/hyperlink" Target="https://peter-liu1997.github.io/ai-solution-reports/" TargetMode="External" Id="R5086c4fc1b0e4883" /><Relationship Type="http://schemas.openxmlformats.org/officeDocument/2006/relationships/notesSlide" Target="/ppt/notesSlides/notesSlide16.xml" Id="R25de8edce1c647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e9f5079041aa" /><Relationship Type="http://schemas.openxmlformats.org/officeDocument/2006/relationships/image" Target="/ppt/media/image2.jpeg" Id="R89b074a3fc5b49f8" /><Relationship Type="http://schemas.openxmlformats.org/officeDocument/2006/relationships/hyperlink" Target="https://support.huaweicloud.com/usermanual-codeartssnap/codeartsdoer_ug_0013.html" TargetMode="External" Id="R29e1c1798b454034" /><Relationship Type="http://schemas.openxmlformats.org/officeDocument/2006/relationships/hyperlink" Target="https://docs.qoder.com/account/enterprise/qmind" TargetMode="External" Id="R9b6da046e12c48ee" /><Relationship Type="http://schemas.openxmlformats.org/officeDocument/2006/relationships/hyperlink" Target="https://docs.qoder.com/account/enterprise/knowledge-base" TargetMode="External" Id="R40585f103a1246fa" /><Relationship Type="http://schemas.openxmlformats.org/officeDocument/2006/relationships/hyperlink" Target="https://peter-liu1997.github.io/ai-solution-reports/" TargetMode="External" Id="R3adf1903e2554c79" /><Relationship Type="http://schemas.openxmlformats.org/officeDocument/2006/relationships/notesSlide" Target="/ppt/notesSlides/notesSlide17.xml" Id="R1eb225fd6ed449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0f49f12174054" /><Relationship Type="http://schemas.openxmlformats.org/officeDocument/2006/relationships/hyperlink" Target="https://support.huaweicloud.com/usermanual-codeartssnap/codeartsagent_ug_0001.html" TargetMode="External" Id="R5372642ef0d94c58" /><Relationship Type="http://schemas.openxmlformats.org/officeDocument/2006/relationships/hyperlink" Target="https://cursor.com/docs/agent/tools/search" TargetMode="External" Id="Rc192c16cd0c344b9" /><Relationship Type="http://schemas.openxmlformats.org/officeDocument/2006/relationships/hyperlink" Target="https://docs.trae.ai/ide/codebase-indexing" TargetMode="External" Id="Rddedbcb092364eb2" /><Relationship Type="http://schemas.openxmlformats.org/officeDocument/2006/relationships/hyperlink" Target="https://peter-liu1997.github.io/ai-solution-reports/" TargetMode="External" Id="Rde1b7514db7d42c9" /><Relationship Type="http://schemas.openxmlformats.org/officeDocument/2006/relationships/notesSlide" Target="/ppt/notesSlides/notesSlide18.xml" Id="R8bf7f429102c4f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050606e6f4019" /><Relationship Type="http://schemas.openxmlformats.org/officeDocument/2006/relationships/hyperlink" Target="https://support.huaweicloud.com/usermanual-codeartssnap/codeartsagent_ug_0003.html" TargetMode="External" Id="Re4d3de6428ad4307" /><Relationship Type="http://schemas.openxmlformats.org/officeDocument/2006/relationships/hyperlink" Target="https://docs.trae.ai/ide/troubleshoot-programming-language-specific-issues" TargetMode="External" Id="Rb4d3fa022eb74823" /><Relationship Type="http://schemas.openxmlformats.org/officeDocument/2006/relationships/hyperlink" Target="https://cursor.com/docs/agent/tools/search" TargetMode="External" Id="Rc0329dc10d6b43e2" /><Relationship Type="http://schemas.openxmlformats.org/officeDocument/2006/relationships/hyperlink" Target="https://peter-liu1997.github.io/ai-solution-reports/" TargetMode="External" Id="Rd2bdd34221564465" /><Relationship Type="http://schemas.openxmlformats.org/officeDocument/2006/relationships/notesSlide" Target="/ppt/notesSlides/notesSlide19.xml" Id="R127e4f4ed12246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3a11a8b15428b" /><Relationship Type="http://schemas.openxmlformats.org/officeDocument/2006/relationships/hyperlink" Target="https://support.huaweicloud.com/usermanual-codeartssnap/codeartsdoer_ug_0009.html" TargetMode="External" Id="R504facba367a4c1d" /><Relationship Type="http://schemas.openxmlformats.org/officeDocument/2006/relationships/hyperlink" Target="https://docs.trae.ai/ide/context-compaction" TargetMode="External" Id="R44bcf72dd21f41e6" /><Relationship Type="http://schemas.openxmlformats.org/officeDocument/2006/relationships/hyperlink" Target="https://code.claude.com/docs/en/commands" TargetMode="External" Id="Raafb06da76bc4e8d" /><Relationship Type="http://schemas.openxmlformats.org/officeDocument/2006/relationships/hyperlink" Target="https://peter-liu1997.github.io/ai-solution-reports/" TargetMode="External" Id="R34f167c7f1bb417b" /><Relationship Type="http://schemas.openxmlformats.org/officeDocument/2006/relationships/notesSlide" Target="/ppt/notesSlides/notesSlide20.xml" Id="Rf9c43cd40517457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7dbb247f54248" /><Relationship Type="http://schemas.openxmlformats.org/officeDocument/2006/relationships/hyperlink" Target="https://peter-liu1997.github.io/ai-solution-reports/" TargetMode="External" Id="R6a07a7a1cc4d4ca0" /><Relationship Type="http://schemas.openxmlformats.org/officeDocument/2006/relationships/notesSlide" Target="/ppt/notesSlides/notesSlide21.xml" Id="Rca741ef5eaa4446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24860f980481a" /><Relationship Type="http://schemas.openxmlformats.org/officeDocument/2006/relationships/hyperlink" Target="https://support.huaweicloud.com/usermanual-codeartssnap/codeartsdoer_ug_0005.html" TargetMode="External" Id="Rd3f7f8fab3914cee" /><Relationship Type="http://schemas.openxmlformats.org/officeDocument/2006/relationships/hyperlink" Target="https://code.claude.com/docs/en/workflows" TargetMode="External" Id="R6d8cc0717c014ed5" /><Relationship Type="http://schemas.openxmlformats.org/officeDocument/2006/relationships/hyperlink" Target="https://docs.qoder.com/en/cli/workflows" TargetMode="External" Id="R207e1aca5fa140b6" /><Relationship Type="http://schemas.openxmlformats.org/officeDocument/2006/relationships/hyperlink" Target="https://peter-liu1997.github.io/ai-solution-reports/" TargetMode="External" Id="Raaeb0033873f4e69" /><Relationship Type="http://schemas.openxmlformats.org/officeDocument/2006/relationships/notesSlide" Target="/ppt/notesSlides/notesSlide22.xml" Id="R9d9715eb747c453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4972ac41e94219" /><Relationship Type="http://schemas.openxmlformats.org/officeDocument/2006/relationships/hyperlink" Target="https://support.huaweicloud.com/usermanual-codeartssnap/codeartsdoer_ug_0038.html" TargetMode="External" Id="R499cee714c9e431d" /><Relationship Type="http://schemas.openxmlformats.org/officeDocument/2006/relationships/hyperlink" Target="https://learn.chatgpt.com/docs/developer-commands.md?surface=cli" TargetMode="External" Id="R39a2e2d751e04418" /><Relationship Type="http://schemas.openxmlformats.org/officeDocument/2006/relationships/hyperlink" Target="https://code.claude.com/docs/en/headless" TargetMode="External" Id="Rc35c11a206a54656" /><Relationship Type="http://schemas.openxmlformats.org/officeDocument/2006/relationships/hyperlink" Target="https://peter-liu1997.github.io/ai-solution-reports/" TargetMode="External" Id="R31374b59201840e9" /><Relationship Type="http://schemas.openxmlformats.org/officeDocument/2006/relationships/notesSlide" Target="/ppt/notesSlides/notesSlide23.xml" Id="R7459667b153e4f9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969122aae48f4" /><Relationship Type="http://schemas.openxmlformats.org/officeDocument/2006/relationships/hyperlink" Target="https://support.huaweicloud.com/usermanual-codeartssnap/codeartsdoer_ug_0005.html" TargetMode="External" Id="Rd09a0323b56e41bd" /><Relationship Type="http://schemas.openxmlformats.org/officeDocument/2006/relationships/hyperlink" Target="https://code.claude.com/docs/en/goal" TargetMode="External" Id="Rda751612e5154478" /><Relationship Type="http://schemas.openxmlformats.org/officeDocument/2006/relationships/hyperlink" Target="https://learn.chatgpt.com/docs/ide" TargetMode="External" Id="R52b095421a5a4ba6" /><Relationship Type="http://schemas.openxmlformats.org/officeDocument/2006/relationships/hyperlink" Target="https://peter-liu1997.github.io/ai-solution-reports/" TargetMode="External" Id="Rbb8380d86b9c46d5" /><Relationship Type="http://schemas.openxmlformats.org/officeDocument/2006/relationships/notesSlide" Target="/ppt/notesSlides/notesSlide24.xml" Id="R0d8d8a9ac798474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da03b0d8a4017" /><Relationship Type="http://schemas.openxmlformats.org/officeDocument/2006/relationships/image" Target="/ppt/media/image2.png" Id="R47e6611a12c24f8d" /><Relationship Type="http://schemas.openxmlformats.org/officeDocument/2006/relationships/hyperlink" Target="https://support.huaweicloud.com/usermanual-codeartssnap/codeartsdoer_ug_0005.html" TargetMode="External" Id="R0765001716ee49d3" /><Relationship Type="http://schemas.openxmlformats.org/officeDocument/2006/relationships/hyperlink" Target="https://docs.qoder.com/user-guide/quest/overview" TargetMode="External" Id="R13b05fbaab3248fa" /><Relationship Type="http://schemas.openxmlformats.org/officeDocument/2006/relationships/hyperlink" Target="https://docs.trae.ai/ide/solo-mode" TargetMode="External" Id="R72b8a1122b27491a" /><Relationship Type="http://schemas.openxmlformats.org/officeDocument/2006/relationships/hyperlink" Target="https://peter-liu1997.github.io/ai-solution-reports/" TargetMode="External" Id="R44205a550e13446f" /><Relationship Type="http://schemas.openxmlformats.org/officeDocument/2006/relationships/notesSlide" Target="/ppt/notesSlides/notesSlide25.xml" Id="R2931f61d159841e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2638977a94773" /><Relationship Type="http://schemas.openxmlformats.org/officeDocument/2006/relationships/hyperlink" Target="https://support.huaweicloud.com/usermanual-space/codeartsagent_space_0002.html" TargetMode="External" Id="Ra9536ff59e744263" /><Relationship Type="http://schemas.openxmlformats.org/officeDocument/2006/relationships/hyperlink" Target="https://cursor.com/docs/cloud-agent" TargetMode="External" Id="R3a92f2b0ea67411a" /><Relationship Type="http://schemas.openxmlformats.org/officeDocument/2006/relationships/hyperlink" Target="https://docs.qoder.com/cloud-agents/overview" TargetMode="External" Id="Rbdb81e8d3bfe481e" /><Relationship Type="http://schemas.openxmlformats.org/officeDocument/2006/relationships/hyperlink" Target="https://peter-liu1997.github.io/ai-solution-reports/" TargetMode="External" Id="R5db06e72e9e24e87" /><Relationship Type="http://schemas.openxmlformats.org/officeDocument/2006/relationships/notesSlide" Target="/ppt/notesSlides/notesSlide26.xml" Id="Rddec17accce543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e27738d064d1a" /><Relationship Type="http://schemas.openxmlformats.org/officeDocument/2006/relationships/image" Target="/ppt/media/image3.png" Id="R3bdd491e8c5d43ab" /><Relationship Type="http://schemas.openxmlformats.org/officeDocument/2006/relationships/hyperlink" Target="https://support.huaweicloud.com/usermanual-codeartssnap/codeartsdoer_ug_0005.html" TargetMode="External" Id="R3955daa3e5b947bd" /><Relationship Type="http://schemas.openxmlformats.org/officeDocument/2006/relationships/hyperlink" Target="https://docs.trae.ai/ide/solo-mode" TargetMode="External" Id="R339f0f65805349e8" /><Relationship Type="http://schemas.openxmlformats.org/officeDocument/2006/relationships/hyperlink" Target="https://docs.trae.ai/ide/built-in-agent" TargetMode="External" Id="Rdda4d678283e43bc" /><Relationship Type="http://schemas.openxmlformats.org/officeDocument/2006/relationships/hyperlink" Target="https://peter-liu1997.github.io/ai-solution-reports/" TargetMode="External" Id="Re087d578209e41da" /><Relationship Type="http://schemas.openxmlformats.org/officeDocument/2006/relationships/notesSlide" Target="/ppt/notesSlides/notesSlide27.xml" Id="Rc37774ecdc0c4d9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890382eb540ca" /><Relationship Type="http://schemas.openxmlformats.org/officeDocument/2006/relationships/hyperlink" Target="https://support.huaweicloud.com/usermanual-codeartssnap/codeartsdoer_ug_0010.html" TargetMode="External" Id="Rbc3fbbd55963433f" /><Relationship Type="http://schemas.openxmlformats.org/officeDocument/2006/relationships/hyperlink" Target="https://code.claude.com/docs/en/mcp" TargetMode="External" Id="R3e4c24fe5d8d4a79" /><Relationship Type="http://schemas.openxmlformats.org/officeDocument/2006/relationships/hyperlink" Target="https://cursor.com/docs/mcp.md" TargetMode="External" Id="R5641629be7d94a06" /><Relationship Type="http://schemas.openxmlformats.org/officeDocument/2006/relationships/hyperlink" Target="https://peter-liu1997.github.io/ai-solution-reports/" TargetMode="External" Id="R2ef20d0594ec4168" /><Relationship Type="http://schemas.openxmlformats.org/officeDocument/2006/relationships/notesSlide" Target="/ppt/notesSlides/notesSlide28.xml" Id="Rb0b8f839a3f64a8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08d178e60a48a6" /><Relationship Type="http://schemas.openxmlformats.org/officeDocument/2006/relationships/hyperlink" Target="https://support.huaweicloud.com/usermanual-codeartssnap/codeartsdoer_ug_0038.html" TargetMode="External" Id="R699ad1a94dd1462f" /><Relationship Type="http://schemas.openxmlformats.org/officeDocument/2006/relationships/hyperlink" Target="https://code.claude.com/docs/en/commands" TargetMode="External" Id="R571eebe7f6cf4d15" /><Relationship Type="http://schemas.openxmlformats.org/officeDocument/2006/relationships/hyperlink" Target="https://learn.chatgpt.com/docs/developer-commands" TargetMode="External" Id="R6a5610201df44a4b" /><Relationship Type="http://schemas.openxmlformats.org/officeDocument/2006/relationships/hyperlink" Target="https://peter-liu1997.github.io/ai-solution-reports/" TargetMode="External" Id="R20971cecc13340f4" /><Relationship Type="http://schemas.openxmlformats.org/officeDocument/2006/relationships/notesSlide" Target="/ppt/notesSlides/notesSlide29.xml" Id="Ra8554c1d1d94412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434ed0a774b76" /><Relationship Type="http://schemas.openxmlformats.org/officeDocument/2006/relationships/hyperlink" Target="https://support.huaweicloud.com/productdesc-codeartssnap/codeartsdoer_pd_0004.html" TargetMode="External" Id="R837d55047d6e41f6" /><Relationship Type="http://schemas.openxmlformats.org/officeDocument/2006/relationships/hyperlink" Target="https://learn.chatgpt.com/docs/environments/cloud-environment" TargetMode="External" Id="R8f4e0de5e96842ce" /><Relationship Type="http://schemas.openxmlformats.org/officeDocument/2006/relationships/hyperlink" Target="https://cursor.com/docs/cloud-agent/setup" TargetMode="External" Id="R04735cae2dd54b74" /><Relationship Type="http://schemas.openxmlformats.org/officeDocument/2006/relationships/hyperlink" Target="https://peter-liu1997.github.io/ai-solution-reports/" TargetMode="External" Id="R44ca5aa65ec94be9" /><Relationship Type="http://schemas.openxmlformats.org/officeDocument/2006/relationships/notesSlide" Target="/ppt/notesSlides/notesSlide30.xml" Id="R678b1b6d2cfd44e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7e16216a04dd3" /><Relationship Type="http://schemas.openxmlformats.org/officeDocument/2006/relationships/hyperlink" Target="https://support.huaweicloud.com/usermanual-codeartssnap/codeartsdoer_ug_0036.html" TargetMode="External" Id="R5ba5be933151483f" /><Relationship Type="http://schemas.openxmlformats.org/officeDocument/2006/relationships/hyperlink" Target="https://cursor.com/docs/cloud-agent/automations.md" TargetMode="External" Id="R3b3af95d6b2c4df1" /><Relationship Type="http://schemas.openxmlformats.org/officeDocument/2006/relationships/hyperlink" Target="https://docs.qoder.com/user-guide/quest/scheduled-tasks.md" TargetMode="External" Id="R81a7b544f42c4005" /><Relationship Type="http://schemas.openxmlformats.org/officeDocument/2006/relationships/hyperlink" Target="https://peter-liu1997.github.io/ai-solution-reports/" TargetMode="External" Id="R62e9557949f04022" /><Relationship Type="http://schemas.openxmlformats.org/officeDocument/2006/relationships/notesSlide" Target="/ppt/notesSlides/notesSlide31.xml" Id="Rbd15bc1e5f22429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5ed55142246f5" /><Relationship Type="http://schemas.openxmlformats.org/officeDocument/2006/relationships/hyperlink" Target="https://support.huaweicloud.com/usermanual-codeartssnap/codeartsdoer_ug_0005.html" TargetMode="External" Id="Rcaa2d88400894260" /><Relationship Type="http://schemas.openxmlformats.org/officeDocument/2006/relationships/hyperlink" Target="https://docs.qoder.com/user-guide/quest/spec-driven.md" TargetMode="External" Id="Rc6f50c10bac84515" /><Relationship Type="http://schemas.openxmlformats.org/officeDocument/2006/relationships/hyperlink" Target="https://docs.trae.ai/ide/built-in-agent" TargetMode="External" Id="Ref2febb30959465a" /><Relationship Type="http://schemas.openxmlformats.org/officeDocument/2006/relationships/hyperlink" Target="https://peter-liu1997.github.io/ai-solution-reports/" TargetMode="External" Id="R8d37ea9568634c1b" /><Relationship Type="http://schemas.openxmlformats.org/officeDocument/2006/relationships/notesSlide" Target="/ppt/notesSlides/notesSlide32.xml" Id="Rc6e12bbf01c74c8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d06e65eb74466" /><Relationship Type="http://schemas.openxmlformats.org/officeDocument/2006/relationships/hyperlink" Target="https://support.huaweicloud.com/productdesc-codeartssnap/codeartsdoer_pd_0004.html" TargetMode="External" Id="Rc8154630daf9436b" /><Relationship Type="http://schemas.openxmlformats.org/officeDocument/2006/relationships/hyperlink" Target="https://learn.chatgpt.com/docs/developer-commands" TargetMode="External" Id="R33b7720e889f45e9" /><Relationship Type="http://schemas.openxmlformats.org/officeDocument/2006/relationships/hyperlink" Target="https://code.claude.com/docs/en/github-actions" TargetMode="External" Id="R320ca64542624e3e" /><Relationship Type="http://schemas.openxmlformats.org/officeDocument/2006/relationships/hyperlink" Target="https://peter-liu1997.github.io/ai-solution-reports/" TargetMode="External" Id="Re2c36d49ef854bf3" /><Relationship Type="http://schemas.openxmlformats.org/officeDocument/2006/relationships/notesSlide" Target="/ppt/notesSlides/notesSlide33.xml" Id="Ra95683b5985c43e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71ccdeb284a93" /><Relationship Type="http://schemas.openxmlformats.org/officeDocument/2006/relationships/hyperlink" Target="https://support.huaweicloud.com/productdesc-codeartssnap/codeartsdoer_pd_0004.html" TargetMode="External" Id="R87facdaa9a1541d6" /><Relationship Type="http://schemas.openxmlformats.org/officeDocument/2006/relationships/hyperlink" Target="https://code.claude.com/docs/en/agent-sdk/overview" TargetMode="External" Id="R94b6873d200147ff" /><Relationship Type="http://schemas.openxmlformats.org/officeDocument/2006/relationships/hyperlink" Target="https://cursor.com/docs/cli/headless" TargetMode="External" Id="Rab47ff3b51c340df" /><Relationship Type="http://schemas.openxmlformats.org/officeDocument/2006/relationships/hyperlink" Target="https://peter-liu1997.github.io/ai-solution-reports/" TargetMode="External" Id="Rc5e0d70b993a48b8" /><Relationship Type="http://schemas.openxmlformats.org/officeDocument/2006/relationships/notesSlide" Target="/ppt/notesSlides/notesSlide34.xml" Id="Rf466d46fc1e34fd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bbe619ab54279" /><Relationship Type="http://schemas.openxmlformats.org/officeDocument/2006/relationships/hyperlink" Target="https://peter-liu1997.github.io/ai-solution-reports/" TargetMode="External" Id="R4db9b9401a7d44c1" /><Relationship Type="http://schemas.openxmlformats.org/officeDocument/2006/relationships/notesSlide" Target="/ppt/notesSlides/notesSlide35.xml" Id="Rfe1211651b8e4e1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31f471c9d847c3" /><Relationship Type="http://schemas.openxmlformats.org/officeDocument/2006/relationships/hyperlink" Target="https://support.huaweicloud.com/usermanual-codeartssnap/codeartsagent_ug_0052.html" TargetMode="External" Id="R5b6b27a58960419a" /><Relationship Type="http://schemas.openxmlformats.org/officeDocument/2006/relationships/hyperlink" Target="https://code.claude.com/docs/en/sub-agents" TargetMode="External" Id="R4e3491995b474f37" /><Relationship Type="http://schemas.openxmlformats.org/officeDocument/2006/relationships/hyperlink" Target="https://code.claude.com/docs/en/agent-teams" TargetMode="External" Id="R9b0f66a8921d42b7" /><Relationship Type="http://schemas.openxmlformats.org/officeDocument/2006/relationships/hyperlink" Target="https://peter-liu1997.github.io/ai-solution-reports/" TargetMode="External" Id="Ra24ee4c6ad044f77" /><Relationship Type="http://schemas.openxmlformats.org/officeDocument/2006/relationships/notesSlide" Target="/ppt/notesSlides/notesSlide36.xml" Id="R7b29afa17a31455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6996411e04b66" /><Relationship Type="http://schemas.openxmlformats.org/officeDocument/2006/relationships/hyperlink" Target="https://support.huaweicloud.com/usermanual-codeartssnap/codeartsdoer_ug_0034.html" TargetMode="External" Id="R97865c4700b74cca" /><Relationship Type="http://schemas.openxmlformats.org/officeDocument/2006/relationships/hyperlink" Target="https://code.claude.com/docs/en/worktrees" TargetMode="External" Id="R7130ef55ac484c6c" /><Relationship Type="http://schemas.openxmlformats.org/officeDocument/2006/relationships/hyperlink" Target="https://learn.chatgpt.com/docs/environments/git-worktrees" TargetMode="External" Id="R62508b4ea0814a36" /><Relationship Type="http://schemas.openxmlformats.org/officeDocument/2006/relationships/hyperlink" Target="https://peter-liu1997.github.io/ai-solution-reports/" TargetMode="External" Id="R109fbf604b814c22" /><Relationship Type="http://schemas.openxmlformats.org/officeDocument/2006/relationships/notesSlide" Target="/ppt/notesSlides/notesSlide37.xml" Id="Radf244d9abe7423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b6d245acd430f" /><Relationship Type="http://schemas.openxmlformats.org/officeDocument/2006/relationships/hyperlink" Target="https://support.huaweicloud.com/usermanual-codeartssnap/codeartsdoer_ug_0010.html" TargetMode="External" Id="R0e15930030b540dd" /><Relationship Type="http://schemas.openxmlformats.org/officeDocument/2006/relationships/hyperlink" Target="https://docs.qoder.com/cloud-agents/api/forward/overview" TargetMode="External" Id="R61bb87bf42c34042" /><Relationship Type="http://schemas.openxmlformats.org/officeDocument/2006/relationships/hyperlink" Target="https://docs.qoder.com/cloud-agents/api/forward/channels/message-channel-integration" TargetMode="External" Id="R85a936ef1bff4358" /><Relationship Type="http://schemas.openxmlformats.org/officeDocument/2006/relationships/hyperlink" Target="https://peter-liu1997.github.io/ai-solution-reports/" TargetMode="External" Id="R8af836a7a6e94d54" /><Relationship Type="http://schemas.openxmlformats.org/officeDocument/2006/relationships/notesSlide" Target="/ppt/notesSlides/notesSlide38.xml" Id="R045b1b92ff08400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e4ea3313f4b6e" /><Relationship Type="http://schemas.openxmlformats.org/officeDocument/2006/relationships/hyperlink" Target="https://support.huaweicloud.com/usermanual-codeartssnap/codeartsdoer_ug_0005.html" TargetMode="External" Id="Rf0a994f7763244f6" /><Relationship Type="http://schemas.openxmlformats.org/officeDocument/2006/relationships/hyperlink" Target="https://code.claude.com/docs/en/agent-sdk/todo-tracking" TargetMode="External" Id="Re96d1f632b62455b" /><Relationship Type="http://schemas.openxmlformats.org/officeDocument/2006/relationships/hyperlink" Target="https://docs.qoder.com/user-guide/quest/overview" TargetMode="External" Id="R5b463d25745a49ed" /><Relationship Type="http://schemas.openxmlformats.org/officeDocument/2006/relationships/hyperlink" Target="https://peter-liu1997.github.io/ai-solution-reports/" TargetMode="External" Id="Rc9a0e7e230cc4417" /><Relationship Type="http://schemas.openxmlformats.org/officeDocument/2006/relationships/notesSlide" Target="/ppt/notesSlides/notesSlide39.xml" Id="R898d2eb65f734af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3f9051a2a4599" /><Relationship Type="http://schemas.openxmlformats.org/officeDocument/2006/relationships/hyperlink" Target="https://peter-liu1997.github.io/ai-solution-reports/" TargetMode="External" Id="R675cda9b6778437d" /><Relationship Type="http://schemas.openxmlformats.org/officeDocument/2006/relationships/notesSlide" Target="/ppt/notesSlides/notesSlide40.xml" Id="R677a4708995245b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a7fb52bde472e" /><Relationship Type="http://schemas.openxmlformats.org/officeDocument/2006/relationships/hyperlink" Target="https://support.huaweicloud.com/usermanual-codeartssnap/codeartsdoer_ug_0036.html" TargetMode="External" Id="Rf89f8da1116f4db9" /><Relationship Type="http://schemas.openxmlformats.org/officeDocument/2006/relationships/hyperlink" Target="https://code.claude.com/docs/en/hooks" TargetMode="External" Id="R8a82e9eda4594f0e" /><Relationship Type="http://schemas.openxmlformats.org/officeDocument/2006/relationships/hyperlink" Target="https://cursor.com/docs/hooks" TargetMode="External" Id="R0ec988fd6f9649b0" /><Relationship Type="http://schemas.openxmlformats.org/officeDocument/2006/relationships/hyperlink" Target="https://peter-liu1997.github.io/ai-solution-reports/" TargetMode="External" Id="R911c754dc9d54bc5" /><Relationship Type="http://schemas.openxmlformats.org/officeDocument/2006/relationships/notesSlide" Target="/ppt/notesSlides/notesSlide41.xml" Id="Rbca3d9f29d874cff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40b0b26e143b3" /><Relationship Type="http://schemas.openxmlformats.org/officeDocument/2006/relationships/hyperlink" Target="https://support.huaweicloud.com/usermanual-codeartssnap/codeartsdoer_ug_0045.html" TargetMode="External" Id="R4ef00855a76842d1" /><Relationship Type="http://schemas.openxmlformats.org/officeDocument/2006/relationships/hyperlink" Target="https://learn.chatgpt.com/docs/security" TargetMode="External" Id="R83ccfb6f3bae4f3e" /><Relationship Type="http://schemas.openxmlformats.org/officeDocument/2006/relationships/hyperlink" Target="https://cursor.com/docs/bugbot" TargetMode="External" Id="Rd7adfd7d12af4a70" /><Relationship Type="http://schemas.openxmlformats.org/officeDocument/2006/relationships/hyperlink" Target="https://peter-liu1997.github.io/ai-solution-reports/" TargetMode="External" Id="R7505573ca24c4239" /><Relationship Type="http://schemas.openxmlformats.org/officeDocument/2006/relationships/notesSlide" Target="/ppt/notesSlides/notesSlide42.xml" Id="Rfba64c08e4de44d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d5dd5b60a4129" /><Relationship Type="http://schemas.openxmlformats.org/officeDocument/2006/relationships/hyperlink" Target="https://codearts.huaweicloud.com/pricing.html" TargetMode="External" Id="R6b6d5a3481b74060" /><Relationship Type="http://schemas.openxmlformats.org/officeDocument/2006/relationships/hyperlink" Target="https://learn.chatgpt.com/docs/pricing" TargetMode="External" Id="R98e42e3a324144bc" /><Relationship Type="http://schemas.openxmlformats.org/officeDocument/2006/relationships/hyperlink" Target="https://cursor.com/docs/models-and-pricing" TargetMode="External" Id="Rf4c5f484a5784396" /><Relationship Type="http://schemas.openxmlformats.org/officeDocument/2006/relationships/hyperlink" Target="https://peter-liu1997.github.io/ai-solution-reports/" TargetMode="External" Id="Re525135e402944ce" /><Relationship Type="http://schemas.openxmlformats.org/officeDocument/2006/relationships/notesSlide" Target="/ppt/notesSlides/notesSlide43.xml" Id="R2769b2a91fae4ac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1773b27a7428b" /><Relationship Type="http://schemas.openxmlformats.org/officeDocument/2006/relationships/hyperlink" Target="https://codearts.huaweicloud.com/pricing.html" TargetMode="External" Id="Ra6ec1c19b9254106" /><Relationship Type="http://schemas.openxmlformats.org/officeDocument/2006/relationships/hyperlink" Target="https://learn.chatgpt.com/docs/config-file/config-basic" TargetMode="External" Id="Re920f5d7ef3a4411" /><Relationship Type="http://schemas.openxmlformats.org/officeDocument/2006/relationships/hyperlink" Target="https://cursor.com/docs/rules" TargetMode="External" Id="Rf405f3b41772458f" /><Relationship Type="http://schemas.openxmlformats.org/officeDocument/2006/relationships/hyperlink" Target="https://peter-liu1997.github.io/ai-solution-reports/" TargetMode="External" Id="Re852a6bae18b4ea0" /><Relationship Type="http://schemas.openxmlformats.org/officeDocument/2006/relationships/notesSlide" Target="/ppt/notesSlides/notesSlide44.xml" Id="R5987f08e9bc0487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4ba0ea24c4ee1" /><Relationship Type="http://schemas.openxmlformats.org/officeDocument/2006/relationships/hyperlink" Target="https://support.huaweicloud.com/usermanual-codeartssnap/codeartsdoer_ug_0045.html" TargetMode="External" Id="R32181647e51e4eda" /><Relationship Type="http://schemas.openxmlformats.org/officeDocument/2006/relationships/hyperlink" Target="https://learn.chatgpt.com/docs/security" TargetMode="External" Id="R17c7af6bbbf4463e" /><Relationship Type="http://schemas.openxmlformats.org/officeDocument/2006/relationships/hyperlink" Target="https://cursor.com/docs/bugbot" TargetMode="External" Id="Re99ad762477547af" /><Relationship Type="http://schemas.openxmlformats.org/officeDocument/2006/relationships/hyperlink" Target="https://peter-liu1997.github.io/ai-solution-reports/" TargetMode="External" Id="Ra14ba99ebd544336" /><Relationship Type="http://schemas.openxmlformats.org/officeDocument/2006/relationships/notesSlide" Target="/ppt/notesSlides/notesSlide45.xml" Id="R611a4b88d5f84ad1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cffc9822d42f6" /><Relationship Type="http://schemas.openxmlformats.org/officeDocument/2006/relationships/hyperlink" Target="https://support.huaweicloud.com/usermanual-codeartssnap/codeartsdoer_ug_0045.html" TargetMode="External" Id="R81b8c38721db43ce" /><Relationship Type="http://schemas.openxmlformats.org/officeDocument/2006/relationships/hyperlink" Target="https://code.claude.com/docs/en/permissions" TargetMode="External" Id="R1e4f6b81f66848d8" /><Relationship Type="http://schemas.openxmlformats.org/officeDocument/2006/relationships/hyperlink" Target="https://learn.chatgpt.com/docs/agent-approvals-security" TargetMode="External" Id="Ra6780e5150de4201" /><Relationship Type="http://schemas.openxmlformats.org/officeDocument/2006/relationships/hyperlink" Target="https://peter-liu1997.github.io/ai-solution-reports/" TargetMode="External" Id="Rb3f4e19e25234ec2" /><Relationship Type="http://schemas.openxmlformats.org/officeDocument/2006/relationships/notesSlide" Target="/ppt/notesSlides/notesSlide46.xml" Id="Ra4ad5dc450fd4f0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f0ba1134c485a" /><Relationship Type="http://schemas.openxmlformats.org/officeDocument/2006/relationships/hyperlink" Target="https://support.huaweicloud.com/usermanual-codeartssnap/codeartsdoer_ug_0045.html" TargetMode="External" Id="R557cbefff5a04937" /><Relationship Type="http://schemas.openxmlformats.org/officeDocument/2006/relationships/hyperlink" Target="https://docs.qoder.com/cloud-agents/vaults.md" TargetMode="External" Id="R414ae06a36aa4c83" /><Relationship Type="http://schemas.openxmlformats.org/officeDocument/2006/relationships/hyperlink" Target="https://cursor.com/docs/cloud-agent/setup" TargetMode="External" Id="R8b72a86d28c04843" /><Relationship Type="http://schemas.openxmlformats.org/officeDocument/2006/relationships/hyperlink" Target="https://peter-liu1997.github.io/ai-solution-reports/" TargetMode="External" Id="R46f687adb1314060" /><Relationship Type="http://schemas.openxmlformats.org/officeDocument/2006/relationships/notesSlide" Target="/ppt/notesSlides/notesSlide47.xml" Id="Re40c871ba49d4300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be7314dc2407c" /><Relationship Type="http://schemas.openxmlformats.org/officeDocument/2006/relationships/hyperlink" Target="https://codearts.huaweicloud.com/pricing.html" TargetMode="External" Id="Rb5a6e6c1f2e04e2e" /><Relationship Type="http://schemas.openxmlformats.org/officeDocument/2006/relationships/hyperlink" Target="https://cursor.com/docs/enterprise/privacy-and-data-governance.md" TargetMode="External" Id="R3b3efbbec53f4735" /><Relationship Type="http://schemas.openxmlformats.org/officeDocument/2006/relationships/hyperlink" Target="https://docs.trae.ai/ide/privacy-mode" TargetMode="External" Id="Rb0294c499a954544" /><Relationship Type="http://schemas.openxmlformats.org/officeDocument/2006/relationships/hyperlink" Target="https://peter-liu1997.github.io/ai-solution-reports/" TargetMode="External" Id="Rcb69e13622074aec" /><Relationship Type="http://schemas.openxmlformats.org/officeDocument/2006/relationships/notesSlide" Target="/ppt/notesSlides/notesSlide48.xml" Id="Rb4cced1d607b4c1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dd4c5cc5e43e6" /><Relationship Type="http://schemas.openxmlformats.org/officeDocument/2006/relationships/hyperlink" Target="https://codearts.huaweicloud.com/pricing.html" TargetMode="External" Id="Rfb393ddc9faf468a" /><Relationship Type="http://schemas.openxmlformats.org/officeDocument/2006/relationships/hyperlink" Target="https://cursor.com/docs/account/teams/analytics.md" TargetMode="External" Id="R8bbe7d1177194039" /><Relationship Type="http://schemas.openxmlformats.org/officeDocument/2006/relationships/hyperlink" Target="https://docs.qoder.com/account/teams/analysis.md" TargetMode="External" Id="R9260204479fd4608" /><Relationship Type="http://schemas.openxmlformats.org/officeDocument/2006/relationships/hyperlink" Target="https://peter-liu1997.github.io/ai-solution-reports/" TargetMode="External" Id="Rb0698820ebcd4c05" /><Relationship Type="http://schemas.openxmlformats.org/officeDocument/2006/relationships/notesSlide" Target="/ppt/notesSlides/notesSlide49.xml" Id="Rd61add450fa14b0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dca9d283244a4" /><Relationship Type="http://schemas.openxmlformats.org/officeDocument/2006/relationships/hyperlink" Target="https://codearts.huaweicloud.com/pricing.html" TargetMode="External" Id="R355eb31a5e644cec" /><Relationship Type="http://schemas.openxmlformats.org/officeDocument/2006/relationships/hyperlink" Target="https://code.claude.com/docs/en/agent-sdk/user-input" TargetMode="External" Id="R8e5da30708084cdb" /><Relationship Type="http://schemas.openxmlformats.org/officeDocument/2006/relationships/hyperlink" Target="https://docs.qoder.com/account/enterprise/audit-log.md" TargetMode="External" Id="R49b29a44b0e64ec9" /><Relationship Type="http://schemas.openxmlformats.org/officeDocument/2006/relationships/hyperlink" Target="https://peter-liu1997.github.io/ai-solution-reports/" TargetMode="External" Id="R64890f350f9a450d" /><Relationship Type="http://schemas.openxmlformats.org/officeDocument/2006/relationships/notesSlide" Target="/ppt/notesSlides/notesSlide50.xml" Id="Re773f244aa094d7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ebcf62354421e" /><Relationship Type="http://schemas.openxmlformats.org/officeDocument/2006/relationships/hyperlink" Target="https://codearts.huaweicloud.com/pricing.html" TargetMode="External" Id="Rceb826b2a4e6432e" /><Relationship Type="http://schemas.openxmlformats.org/officeDocument/2006/relationships/hyperlink" Target="https://learn.chatgpt.com/docs/models" TargetMode="External" Id="R3aba9f4ac06b45e7" /><Relationship Type="http://schemas.openxmlformats.org/officeDocument/2006/relationships/hyperlink" Target="https://cursor.com/docs/models-and-pricing" TargetMode="External" Id="R1ca777abb133406f" /><Relationship Type="http://schemas.openxmlformats.org/officeDocument/2006/relationships/hyperlink" Target="https://peter-liu1997.github.io/ai-solution-reports/" TargetMode="External" Id="R3ea8cb2a1bf94e85" /><Relationship Type="http://schemas.openxmlformats.org/officeDocument/2006/relationships/notesSlide" Target="/ppt/notesSlides/notesSlide51.xml" Id="R3795dd37ae68415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2af7dfa114019" /><Relationship Type="http://schemas.openxmlformats.org/officeDocument/2006/relationships/hyperlink" Target="https://support.huaweicloud.com/usermanual-codeartssnap/codeartsdoer_ug_0009.html" TargetMode="External" Id="R22971de34d1b49f9" /><Relationship Type="http://schemas.openxmlformats.org/officeDocument/2006/relationships/hyperlink" Target="https://code.claude.com/docs/en/prompt-caching" TargetMode="External" Id="R2978a1c33a6c458e" /><Relationship Type="http://schemas.openxmlformats.org/officeDocument/2006/relationships/hyperlink" Target="https://code.claude.com/docs/en/agent-sdk/cost-tracking" TargetMode="External" Id="R4647488341e94900" /><Relationship Type="http://schemas.openxmlformats.org/officeDocument/2006/relationships/hyperlink" Target="https://peter-liu1997.github.io/ai-solution-reports/" TargetMode="External" Id="R233f4ab284884876" /><Relationship Type="http://schemas.openxmlformats.org/officeDocument/2006/relationships/notesSlide" Target="/ppt/notesSlides/notesSlide52.xml" Id="R26267fa717e84bf3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2f5d03ff74d60" /><Relationship Type="http://schemas.openxmlformats.org/officeDocument/2006/relationships/hyperlink" Target="https://peter-liu1997.github.io/ai-solution-reports/" TargetMode="External" Id="R9a58c2004cca4e91" /><Relationship Type="http://schemas.openxmlformats.org/officeDocument/2006/relationships/notesSlide" Target="/ppt/notesSlides/notesSlide53.xml" Id="R07a2ea2934be44b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9e171f100343fb" /><Relationship Type="http://schemas.openxmlformats.org/officeDocument/2006/relationships/hyperlink" Target="https://support.huaweicloud.com/usermanual-codeartssnap/codeartsdoer_ug_0005.html" TargetMode="External" Id="R1f3f17cd8f15421e" /><Relationship Type="http://schemas.openxmlformats.org/officeDocument/2006/relationships/hyperlink" Target="https://learn.chatgpt.com/docs/computer-use.md" TargetMode="External" Id="Red5ef71b57ff4dde" /><Relationship Type="http://schemas.openxmlformats.org/officeDocument/2006/relationships/hyperlink" Target="https://learn.chatgpt.com/docs/browser.md" TargetMode="External" Id="Rffa3446c846d43ba" /><Relationship Type="http://schemas.openxmlformats.org/officeDocument/2006/relationships/hyperlink" Target="https://peter-liu1997.github.io/ai-solution-reports/" TargetMode="External" Id="R9c043eacae96489a" /><Relationship Type="http://schemas.openxmlformats.org/officeDocument/2006/relationships/notesSlide" Target="/ppt/notesSlides/notesSlide54.xml" Id="Rc0572cf597134a1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772e7320b4f12" /><Relationship Type="http://schemas.openxmlformats.org/officeDocument/2006/relationships/image" Target="/ppt/media/image4.png" Id="R877a04de3c364608" /><Relationship Type="http://schemas.openxmlformats.org/officeDocument/2006/relationships/hyperlink" Target="https://support.huaweicloud.com/usermanual-codeartssnap/codeartsdoer_ug_0021.html" TargetMode="External" Id="Rb3c692806df545e7" /><Relationship Type="http://schemas.openxmlformats.org/officeDocument/2006/relationships/hyperlink" Target="https://docs.trae.ai/ide/figma-to-code" TargetMode="External" Id="R897ffe0d63624911" /><Relationship Type="http://schemas.openxmlformats.org/officeDocument/2006/relationships/hyperlink" Target="https://cursor.com/docs/agent/design-mode" TargetMode="External" Id="R5d10dc2c03fb462d" /><Relationship Type="http://schemas.openxmlformats.org/officeDocument/2006/relationships/hyperlink" Target="https://peter-liu1997.github.io/ai-solution-reports/" TargetMode="External" Id="Rce1a9c248d7d4891" /><Relationship Type="http://schemas.openxmlformats.org/officeDocument/2006/relationships/notesSlide" Target="/ppt/notesSlides/notesSlide55.xml" Id="R26ba1efc731b428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b75288a7e4d20" /><Relationship Type="http://schemas.openxmlformats.org/officeDocument/2006/relationships/hyperlink" Target="https://support.huaweicloud.com/usermanual-codeartssnap/codeartsdoer_ug_0009.html" TargetMode="External" Id="R5283c28e44714818" /><Relationship Type="http://schemas.openxmlformats.org/officeDocument/2006/relationships/hyperlink" Target="https://code.claude.com/docs/en/common-workflows" TargetMode="External" Id="R4f32842b2de84a3a" /><Relationship Type="http://schemas.openxmlformats.org/officeDocument/2006/relationships/hyperlink" Target="https://learn.chatgpt.com/docs/developer-commands.md?surface=cli" TargetMode="External" Id="Rf42342d23b764c4f" /><Relationship Type="http://schemas.openxmlformats.org/officeDocument/2006/relationships/hyperlink" Target="https://peter-liu1997.github.io/ai-solution-reports/" TargetMode="External" Id="Rb0f5edd0b8cd47d6" /><Relationship Type="http://schemas.openxmlformats.org/officeDocument/2006/relationships/notesSlide" Target="/ppt/notesSlides/notesSlide56.xml" Id="Rbc4014b2f0194076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12036db9d44a2" /><Relationship Type="http://schemas.openxmlformats.org/officeDocument/2006/relationships/hyperlink" Target="https://support.huaweicloud.com/usermanual-codeartssnap/codeartsdoer_ug_0007.html" TargetMode="External" Id="R11117087746e4a01" /><Relationship Type="http://schemas.openxmlformats.org/officeDocument/2006/relationships/hyperlink" Target="https://cursor.com/help/ai-features/inline-edit.md" TargetMode="External" Id="Rce42e590e72240f9" /><Relationship Type="http://schemas.openxmlformats.org/officeDocument/2006/relationships/hyperlink" Target="https://docs.qoder.com/plugins/next.md" TargetMode="External" Id="R92774462baa04b61" /><Relationship Type="http://schemas.openxmlformats.org/officeDocument/2006/relationships/hyperlink" Target="https://peter-liu1997.github.io/ai-solution-reports/" TargetMode="External" Id="Rb570d59ae3784508" /><Relationship Type="http://schemas.openxmlformats.org/officeDocument/2006/relationships/notesSlide" Target="/ppt/notesSlides/notesSlide57.xml" Id="R91a58014cf2748c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12c2854b24c73" /><Relationship Type="http://schemas.openxmlformats.org/officeDocument/2006/relationships/hyperlink" Target="https://support.huaweicloud.com/usermanual-codeartssnap/codeartsdoer_ug_0021.html" TargetMode="External" Id="R37b165aff81c42a7" /><Relationship Type="http://schemas.openxmlformats.org/officeDocument/2006/relationships/hyperlink" Target="https://cursor.com/docs/agent/tools/browser" TargetMode="External" Id="R21ef59dcbd0148e1" /><Relationship Type="http://schemas.openxmlformats.org/officeDocument/2006/relationships/hyperlink" Target="https://learn.chatgpt.com/docs/browser.md" TargetMode="External" Id="R0a1dca8e406c4831" /><Relationship Type="http://schemas.openxmlformats.org/officeDocument/2006/relationships/hyperlink" Target="https://peter-liu1997.github.io/ai-solution-reports/" TargetMode="External" Id="R189fd8daea07431a" /><Relationship Type="http://schemas.openxmlformats.org/officeDocument/2006/relationships/notesSlide" Target="/ppt/notesSlides/notesSlide58.xml" Id="R7a6b2627e44344b0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a0c05c81e46bc" /><Relationship Type="http://schemas.openxmlformats.org/officeDocument/2006/relationships/hyperlink" Target="https://support.huaweicloud.com/usermanual-codeartssnap/codeartsdoer_ug_0026.html" TargetMode="External" Id="R25560cee7f564e59" /><Relationship Type="http://schemas.openxmlformats.org/officeDocument/2006/relationships/hyperlink" Target="https://learn.chatgpt.com/docs/image-inputs" TargetMode="External" Id="Rfa989497c7bb4e2c" /><Relationship Type="http://schemas.openxmlformats.org/officeDocument/2006/relationships/hyperlink" Target="https://docs.trae.ai/ide/image-and-voice-input" TargetMode="External" Id="Rd5f7266a36bb4af2" /><Relationship Type="http://schemas.openxmlformats.org/officeDocument/2006/relationships/hyperlink" Target="https://peter-liu1997.github.io/ai-solution-reports/" TargetMode="External" Id="R45af55261eda48f5" /><Relationship Type="http://schemas.openxmlformats.org/officeDocument/2006/relationships/notesSlide" Target="/ppt/notesSlides/notesSlide59.xml" Id="R37349ac58f9c460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8d4a15458490e" /><Relationship Type="http://schemas.openxmlformats.org/officeDocument/2006/relationships/hyperlink" Target="https://peter-liu1997.github.io/ai-solution-reports/" TargetMode="External" Id="R9814b56117074d65" /><Relationship Type="http://schemas.openxmlformats.org/officeDocument/2006/relationships/notesSlide" Target="/ppt/notesSlides/notesSlide60.xml" Id="R77b6410a5d2f43e0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6b26cee184707" /><Relationship Type="http://schemas.openxmlformats.org/officeDocument/2006/relationships/image" Target="/ppt/media/image5.png" Id="Re8d7a02b90ce4a1d" /><Relationship Type="http://schemas.openxmlformats.org/officeDocument/2006/relationships/hyperlink" Target="https://support.huaweicloud.com/usermanual-codeartssnap/codeartsdoer_ug_0005.html" TargetMode="External" Id="Rd850b60763c647ea" /><Relationship Type="http://schemas.openxmlformats.org/officeDocument/2006/relationships/hyperlink" Target="https://code.claude.com/docs/en/artifacts" TargetMode="External" Id="R9e62340a826b4b16" /><Relationship Type="http://schemas.openxmlformats.org/officeDocument/2006/relationships/hyperlink" Target="https://cursor.com/docs/agent/tools/canvas" TargetMode="External" Id="Rb76d2d6c2f9e48b6" /><Relationship Type="http://schemas.openxmlformats.org/officeDocument/2006/relationships/hyperlink" Target="https://peter-liu1997.github.io/ai-solution-reports/" TargetMode="External" Id="Rb49208a36de24ca6" /><Relationship Type="http://schemas.openxmlformats.org/officeDocument/2006/relationships/notesSlide" Target="/ppt/notesSlides/notesSlide61.xml" Id="R14fbc01020074adc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bf6f13c1f409f" /><Relationship Type="http://schemas.openxmlformats.org/officeDocument/2006/relationships/image" Target="/ppt/media/image6.png" Id="R60e098b783c94e7b" /><Relationship Type="http://schemas.openxmlformats.org/officeDocument/2006/relationships/hyperlink" Target="https://support.huaweicloud.com/usermanual-codeartssnap/codeartsdoer_ug_0023.html" TargetMode="External" Id="R503f9ff86cf34c83" /><Relationship Type="http://schemas.openxmlformats.org/officeDocument/2006/relationships/hyperlink" Target="https://code.claude.com/docs/en/code-review" TargetMode="External" Id="R3ed1c464edb7445f" /><Relationship Type="http://schemas.openxmlformats.org/officeDocument/2006/relationships/hyperlink" Target="https://cursor.com/docs/bugbot" TargetMode="External" Id="Rede93d96b6364378" /><Relationship Type="http://schemas.openxmlformats.org/officeDocument/2006/relationships/hyperlink" Target="https://peter-liu1997.github.io/ai-solution-reports/" TargetMode="External" Id="Rbaee5c43d0e1455a" /><Relationship Type="http://schemas.openxmlformats.org/officeDocument/2006/relationships/notesSlide" Target="/ppt/notesSlides/notesSlide62.xml" Id="R6cababd6ebd747c6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ccbcd696246bb" /><Relationship Type="http://schemas.openxmlformats.org/officeDocument/2006/relationships/hyperlink" Target="https://support.huaweicloud.com/usermanual-codeartssnap/codeartsdoer_ug_0024.html" TargetMode="External" Id="R60badaee9d664256" /><Relationship Type="http://schemas.openxmlformats.org/officeDocument/2006/relationships/hyperlink" Target="https://docs.trae.ai/ide/skills" TargetMode="External" Id="R74d90f323d4041b7" /><Relationship Type="http://schemas.openxmlformats.org/officeDocument/2006/relationships/hyperlink" Target="https://learn.chatgpt.com/guides/best-practices" TargetMode="External" Id="R9d482a4c66914dd3" /><Relationship Type="http://schemas.openxmlformats.org/officeDocument/2006/relationships/hyperlink" Target="https://peter-liu1997.github.io/ai-solution-reports/" TargetMode="External" Id="Rd4d2e8d207d74c59" /><Relationship Type="http://schemas.openxmlformats.org/officeDocument/2006/relationships/notesSlide" Target="/ppt/notesSlides/notesSlide63.xml" Id="R940ebe52a4e94a06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6ebb7a8554840" /><Relationship Type="http://schemas.openxmlformats.org/officeDocument/2006/relationships/hyperlink" Target="https://support.huaweicloud.com/usermanual-codeartssnap/codeartsdoer_ug_0024.html" TargetMode="External" Id="R0264b3fd802a4cee" /><Relationship Type="http://schemas.openxmlformats.org/officeDocument/2006/relationships/hyperlink" Target="https://learn.chatgpt.com/guides/best-practices" TargetMode="External" Id="Rfec34a3f01274073" /><Relationship Type="http://schemas.openxmlformats.org/officeDocument/2006/relationships/hyperlink" Target="https://code.claude.com/docs/en/features-overview" TargetMode="External" Id="R2b318838dd95469c" /><Relationship Type="http://schemas.openxmlformats.org/officeDocument/2006/relationships/hyperlink" Target="https://peter-liu1997.github.io/ai-solution-reports/" TargetMode="External" Id="R2ad1e1358b9e47ef" /><Relationship Type="http://schemas.openxmlformats.org/officeDocument/2006/relationships/notesSlide" Target="/ppt/notesSlides/notesSlide64.xml" Id="Rc804fd7d28d34e07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468622a1243a4" /><Relationship Type="http://schemas.openxmlformats.org/officeDocument/2006/relationships/hyperlink" Target="https://support.huaweicloud.com/usermanual-codeartssnap/codeartsdoer_ug_0021.html" TargetMode="External" Id="Rcd2e32e773644377" /><Relationship Type="http://schemas.openxmlformats.org/officeDocument/2006/relationships/hyperlink" Target="https://cursor.com/docs/agent/tools/canvas" TargetMode="External" Id="Rf1c2bd6ab3a34e40" /><Relationship Type="http://schemas.openxmlformats.org/officeDocument/2006/relationships/hyperlink" Target="https://docs.qoder.com/extensions/canvas.md" TargetMode="External" Id="R3405f27f0f3745ad" /><Relationship Type="http://schemas.openxmlformats.org/officeDocument/2006/relationships/hyperlink" Target="https://peter-liu1997.github.io/ai-solution-reports/" TargetMode="External" Id="R92690e543e0a4a06" /><Relationship Type="http://schemas.openxmlformats.org/officeDocument/2006/relationships/notesSlide" Target="/ppt/notesSlides/notesSlide65.xml" Id="R7c098ec11df44f7b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4f0dfe4a843ef" /><Relationship Type="http://schemas.openxmlformats.org/officeDocument/2006/relationships/hyperlink" Target="https://support.huaweicloud.com/usermanual-codeartssnap/codeartsdoer_ug_0024.html" TargetMode="External" Id="R82539e7281784393" /><Relationship Type="http://schemas.openxmlformats.org/officeDocument/2006/relationships/hyperlink" Target="https://code.claude.com/docs/en/plugins" TargetMode="External" Id="Rd566582c0e0148ff" /><Relationship Type="http://schemas.openxmlformats.org/officeDocument/2006/relationships/hyperlink" Target="https://cursor.com/docs/plugins.md" TargetMode="External" Id="R07d971de9cbe467a" /><Relationship Type="http://schemas.openxmlformats.org/officeDocument/2006/relationships/hyperlink" Target="https://peter-liu1997.github.io/ai-solution-reports/" TargetMode="External" Id="R05f2fc37b8d643a8" /><Relationship Type="http://schemas.openxmlformats.org/officeDocument/2006/relationships/notesSlide" Target="/ppt/notesSlides/notesSlide66.xml" Id="R372997cfa66c48d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bb5c7a2bb9480a" /><Relationship Type="http://schemas.openxmlformats.org/officeDocument/2006/relationships/hyperlink" Target="https://support.huaweicloud.com/usermanual-codeartssnap/codeartsdoer_ug_0040.html" TargetMode="External" Id="R33463d43e87b4af0" /><Relationship Type="http://schemas.openxmlformats.org/officeDocument/2006/relationships/hyperlink" Target="https://code.claude.com/docs/en/agent-sdk/file-checkpointing" TargetMode="External" Id="R42479987bf9443b5" /><Relationship Type="http://schemas.openxmlformats.org/officeDocument/2006/relationships/hyperlink" Target="https://docs.qoder.com/en/cli/sdk/checkpoint.md" TargetMode="External" Id="R94e97e5894c24b24" /><Relationship Type="http://schemas.openxmlformats.org/officeDocument/2006/relationships/hyperlink" Target="https://peter-liu1997.github.io/ai-solution-reports/" TargetMode="External" Id="Rcf8568bb35394452" /><Relationship Type="http://schemas.openxmlformats.org/officeDocument/2006/relationships/notesSlide" Target="/ppt/notesSlides/notesSlide67.xml" Id="R0f458f446c1a43a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00266030da47aa" /><Relationship Type="http://schemas.openxmlformats.org/officeDocument/2006/relationships/hyperlink" Target="https://codearts.huaweicloud.com/pricing.html" TargetMode="External" Id="R10773ca04bbd4862" /><Relationship Type="http://schemas.openxmlformats.org/officeDocument/2006/relationships/hyperlink" Target="https://codearts.huaweicloud.com/pricing.html" TargetMode="External" Id="R850273e206834689" /><Relationship Type="http://schemas.openxmlformats.org/officeDocument/2006/relationships/hyperlink" Target="https://codearts.huaweicloud.com/pricing.html" TargetMode="External" Id="R423a9085cd3e4a7d" /><Relationship Type="http://schemas.openxmlformats.org/officeDocument/2006/relationships/notesSlide" Target="/ppt/notesSlides/notesSlide68.xml" Id="R4c063d82b025445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5f9d0cebe4c57" /><Relationship Type="http://schemas.openxmlformats.org/officeDocument/2006/relationships/hyperlink" Target="https://codearts.huaweicloud.com/pricing.html" TargetMode="External" Id="R7ba7bcb18c514665" /><Relationship Type="http://schemas.openxmlformats.org/officeDocument/2006/relationships/notesSlide" Target="/ppt/notesSlides/notesSlide69.xml" Id="R732553b4b0f34885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72d254a5c456a" /><Relationship Type="http://schemas.openxmlformats.org/officeDocument/2006/relationships/hyperlink" Target="https://support.claude.com/en/articles/11049762-choose-a-claude-plan" TargetMode="External" Id="Re2a9828d18fb4065" /><Relationship Type="http://schemas.openxmlformats.org/officeDocument/2006/relationships/hyperlink" Target="https://support.claude.com/en/articles/8325606-what-is-the-pro-plan" TargetMode="External" Id="R5d042672b5c246ec" /><Relationship Type="http://schemas.openxmlformats.org/officeDocument/2006/relationships/hyperlink" Target="https://support.claude.com/en/articles/11145838-use-claude-code-with-your-pro-or-max-plan" TargetMode="External" Id="Rdf13bfb8a710469f" /><Relationship Type="http://schemas.openxmlformats.org/officeDocument/2006/relationships/notesSlide" Target="/ppt/notesSlides/notesSlide70.xml" Id="R842bc2deed6d445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65e8dd88d4bd8" /><Relationship Type="http://schemas.openxmlformats.org/officeDocument/2006/relationships/hyperlink" Target="https://support.claude.com/en/articles/9266767-what-is-the-team-plan" TargetMode="External" Id="R37250302f7cd4642" /><Relationship Type="http://schemas.openxmlformats.org/officeDocument/2006/relationships/hyperlink" Target="https://support.claude.com/en/articles/9266767-what-is-the-team-plan" TargetMode="External" Id="R1d521e6e27274c52" /><Relationship Type="http://schemas.openxmlformats.org/officeDocument/2006/relationships/hyperlink" Target="https://support.claude.com/en/articles/11845131-use-claude-code-with-your-team-or-enterprise-plan" TargetMode="External" Id="Rfd9e9ad448504309" /><Relationship Type="http://schemas.openxmlformats.org/officeDocument/2006/relationships/notesSlide" Target="/ppt/notesSlides/notesSlide71.xml" Id="R305574c6fea447a7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205e268e34bb0" /><Relationship Type="http://schemas.openxmlformats.org/officeDocument/2006/relationships/hyperlink" Target="https://docs.qoder.com/account/pricing" TargetMode="External" Id="R58c5ad39b478448c" /><Relationship Type="http://schemas.openxmlformats.org/officeDocument/2006/relationships/hyperlink" Target="https://docs.qoder.com/account/pricing" TargetMode="External" Id="R1c8b51462cb848a2" /><Relationship Type="http://schemas.openxmlformats.org/officeDocument/2006/relationships/hyperlink" Target="https://docs.qoder.com/Credits" TargetMode="External" Id="Rdb18ad5198f9482c" /><Relationship Type="http://schemas.openxmlformats.org/officeDocument/2006/relationships/notesSlide" Target="/ppt/notesSlides/notesSlide72.xml" Id="R374184e800524831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79527e3104861" /><Relationship Type="http://schemas.openxmlformats.org/officeDocument/2006/relationships/hyperlink" Target="https://docs.qoder.com/account/enterprise/pricing" TargetMode="External" Id="R73f17f7a5f474470" /><Relationship Type="http://schemas.openxmlformats.org/officeDocument/2006/relationships/hyperlink" Target="https://docs.qoder.com/account/enterprise/pricing" TargetMode="External" Id="R6e964deff7c04d41" /><Relationship Type="http://schemas.openxmlformats.org/officeDocument/2006/relationships/hyperlink" Target="https://docs.qoder.com/account/enterprise/pricing" TargetMode="External" Id="R94270d7987614c09" /><Relationship Type="http://schemas.openxmlformats.org/officeDocument/2006/relationships/notesSlide" Target="/ppt/notesSlides/notesSlide73.xml" Id="R5b0a70f991274344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91bd634b4449c" /><Relationship Type="http://schemas.openxmlformats.org/officeDocument/2006/relationships/hyperlink" Target="https://learn.chatgpt.com/docs/pricing" TargetMode="External" Id="R09b06a2992604ab8" /><Relationship Type="http://schemas.openxmlformats.org/officeDocument/2006/relationships/hyperlink" Target="https://learn.chatgpt.com/docs/pricing" TargetMode="External" Id="Rcad3ec9598cd4c92" /><Relationship Type="http://schemas.openxmlformats.org/officeDocument/2006/relationships/hyperlink" Target="https://learn.chatgpt.com/docs/pricing" TargetMode="External" Id="Rc2f48994e91a459e" /><Relationship Type="http://schemas.openxmlformats.org/officeDocument/2006/relationships/notesSlide" Target="/ppt/notesSlides/notesSlide74.xml" Id="R8f216be6b9604248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f20c50fbb4b20" /><Relationship Type="http://schemas.openxmlformats.org/officeDocument/2006/relationships/hyperlink" Target="https://learn.chatgpt.com/docs/pricing" TargetMode="External" Id="Ra00e04f8fb2644f5" /><Relationship Type="http://schemas.openxmlformats.org/officeDocument/2006/relationships/hyperlink" Target="https://help.openai.com/en/articles/11369540-using-codex-with-your-chatgpt-plan" TargetMode="External" Id="Rfa22cdb015534aae" /><Relationship Type="http://schemas.openxmlformats.org/officeDocument/2006/relationships/hyperlink" Target="https://learn.chatgpt.com/docs/pricing" TargetMode="External" Id="Rb307029be4bb451b" /><Relationship Type="http://schemas.openxmlformats.org/officeDocument/2006/relationships/notesSlide" Target="/ppt/notesSlides/notesSlide75.xml" Id="R354c39e60e5a49c6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82112784ae40ee" /><Relationship Type="http://schemas.openxmlformats.org/officeDocument/2006/relationships/hyperlink" Target="https://cursor.com/pricing" TargetMode="External" Id="R13bfee11bdb9472d" /><Relationship Type="http://schemas.openxmlformats.org/officeDocument/2006/relationships/hyperlink" Target="https://cursor.com/docs/models-and-pricing" TargetMode="External" Id="R81a3b173e5954595" /><Relationship Type="http://schemas.openxmlformats.org/officeDocument/2006/relationships/hyperlink" Target="https://cursor.com/docs/models-and-pricing" TargetMode="External" Id="R7910e1543b874c00" /><Relationship Type="http://schemas.openxmlformats.org/officeDocument/2006/relationships/notesSlide" Target="/ppt/notesSlides/notesSlide76.xml" Id="R3717814477ae42c4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a69f5194a42f9" /><Relationship Type="http://schemas.openxmlformats.org/officeDocument/2006/relationships/hyperlink" Target="https://cursor.com/docs/account/teams/pricing" TargetMode="External" Id="Rf57140496eee4ba3" /><Relationship Type="http://schemas.openxmlformats.org/officeDocument/2006/relationships/hyperlink" Target="https://cursor.com/docs/account/teams/pricing" TargetMode="External" Id="Re43967cfbcf24afe" /><Relationship Type="http://schemas.openxmlformats.org/officeDocument/2006/relationships/hyperlink" Target="https://cursor.com/docs/models-and-pricing" TargetMode="External" Id="R2703bd4be32e4e80" /><Relationship Type="http://schemas.openxmlformats.org/officeDocument/2006/relationships/notesSlide" Target="/ppt/notesSlides/notesSlide77.xml" Id="R350b01967b264ada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c7cf8c77542ed" /><Relationship Type="http://schemas.openxmlformats.org/officeDocument/2006/relationships/hyperlink" Target="https://www.trae.ai/pricing" TargetMode="External" Id="R90d7d41d0acc4f27" /><Relationship Type="http://schemas.openxmlformats.org/officeDocument/2006/relationships/hyperlink" Target="https://docs.trae.ai/ide/new-plans-and-billing" TargetMode="External" Id="R2769eef4f3e54604" /><Relationship Type="http://schemas.openxmlformats.org/officeDocument/2006/relationships/hyperlink" Target="https://www.trae.ai/pricing" TargetMode="External" Id="R0da70cd655124531" /><Relationship Type="http://schemas.openxmlformats.org/officeDocument/2006/relationships/notesSlide" Target="/ppt/notesSlides/notesSlide78.xml" Id="Ra6a9f4f3462d4a14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787483c1459a" /><Relationship Type="http://schemas.openxmlformats.org/officeDocument/2006/relationships/hyperlink" Target="https://www.trae.ai/pricing" TargetMode="External" Id="Re25269405e5b4203" /><Relationship Type="http://schemas.openxmlformats.org/officeDocument/2006/relationships/hyperlink" Target="https://docs.trae.ai/ide/on-demand-usage" TargetMode="External" Id="R634e524671ec4991" /><Relationship Type="http://schemas.openxmlformats.org/officeDocument/2006/relationships/notesSlide" Target="/ppt/notesSlides/notesSlide79.xml" Id="R54f8fed6d600441a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aa65ad05c4fa3" /><Relationship Type="http://schemas.openxmlformats.org/officeDocument/2006/relationships/hyperlink" Target="https://peter-liu1997.github.io/ai-solution-reports/" TargetMode="External" Id="R708dc35821e34fda" /><Relationship Type="http://schemas.openxmlformats.org/officeDocument/2006/relationships/notesSlide" Target="/ppt/notesSlides/notesSlide80.xml" Id="Rf798db7298cf47db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485c195704543" /><Relationship Type="http://schemas.openxmlformats.org/officeDocument/2006/relationships/hyperlink" Target="https://peter-liu1997.github.io/ai-solution-reports/" TargetMode="External" Id="R06f916229b904428" /><Relationship Type="http://schemas.openxmlformats.org/officeDocument/2006/relationships/notesSlide" Target="/ppt/notesSlides/notesSlide81.xml" Id="Ra5cd8f544571496c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7a4360ae74deb" /><Relationship Type="http://schemas.openxmlformats.org/officeDocument/2006/relationships/hyperlink" Target="https://peter-liu1997.github.io/ai-solution-reports/" TargetMode="External" Id="R621cf3d6aed542a3" /><Relationship Type="http://schemas.openxmlformats.org/officeDocument/2006/relationships/notesSlide" Target="/ppt/notesSlides/notesSlide82.xml" Id="Rb6801a9cde3d42a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89829e1444fce" /><Relationship Type="http://schemas.openxmlformats.org/officeDocument/2006/relationships/hyperlink" Target="https://peter-liu1997.github.io/ai-solution-reports/" TargetMode="External" Id="R1753cbf91790494a" /><Relationship Type="http://schemas.openxmlformats.org/officeDocument/2006/relationships/notesSlide" Target="/ppt/notesSlides/notesSlide83.xml" Id="R55ca901b434c4b9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b086acc5f459f" /><Relationship Type="http://schemas.openxmlformats.org/officeDocument/2006/relationships/hyperlink" Target="https://peter-liu1997.github.io/ai-solution-reports/" TargetMode="External" Id="R72edd13eaa5e4d12" /><Relationship Type="http://schemas.openxmlformats.org/officeDocument/2006/relationships/notesSlide" Target="/ppt/notesSlides/notesSlide84.xml" Id="R625be10fbe69465d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e1df7ae144dc6" /><Relationship Type="http://schemas.openxmlformats.org/officeDocument/2006/relationships/hyperlink" Target="https://peter-liu1997.github.io/ai-solution-reports/" TargetMode="External" Id="R73e56388215741ea" /><Relationship Type="http://schemas.openxmlformats.org/officeDocument/2006/relationships/notesSlide" Target="/ppt/notesSlides/notesSlide85.xml" Id="Re5629bad6bca480e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505b60e304b76" /><Relationship Type="http://schemas.openxmlformats.org/officeDocument/2006/relationships/hyperlink" Target="https://peter-liu1997.github.io/ai-solution-reports/" TargetMode="External" Id="R6552c105d53046e7" /><Relationship Type="http://schemas.openxmlformats.org/officeDocument/2006/relationships/notesSlide" Target="/ppt/notesSlides/notesSlide86.xml" Id="R12b5365b837d4385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3336c656343b9" /><Relationship Type="http://schemas.openxmlformats.org/officeDocument/2006/relationships/hyperlink" Target="https://peter-liu1997.github.io/ai-solution-reports/" TargetMode="External" Id="Re126c14fc44f4074" /><Relationship Type="http://schemas.openxmlformats.org/officeDocument/2006/relationships/notesSlide" Target="/ppt/notesSlides/notesSlide87.xml" Id="R1cd1facdeb764a5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b45373e5749e6" /><Relationship Type="http://schemas.openxmlformats.org/officeDocument/2006/relationships/hyperlink" Target="https://peter-liu1997.github.io/ai-solution-reports/" TargetMode="External" Id="R8f94af6d656d4e12" /><Relationship Type="http://schemas.openxmlformats.org/officeDocument/2006/relationships/notesSlide" Target="/ppt/notesSlides/notesSlide88.xml" Id="R846cc47d1899471c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ba5cd121545c9" /><Relationship Type="http://schemas.openxmlformats.org/officeDocument/2006/relationships/hyperlink" Target="https://peter-liu1997.github.io/ai-solution-reports/" TargetMode="External" Id="Rb77893c543d94949" /><Relationship Type="http://schemas.openxmlformats.org/officeDocument/2006/relationships/hyperlink" Target="https://peter-liu1997.github.io/ai-solution-reports/" TargetMode="External" Id="Rb68c4a3941904416" /><Relationship Type="http://schemas.openxmlformats.org/officeDocument/2006/relationships/notesSlide" Target="/ppt/notesSlides/notesSlide89.xml" Id="R005c7ae351894f35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b96bd1cfa4541" /><Relationship Type="http://schemas.openxmlformats.org/officeDocument/2006/relationships/hyperlink" Target="https://peter-liu1997.github.io/ai-solution-reports/" TargetMode="External" Id="R7a321007c8854b51" /><Relationship Type="http://schemas.openxmlformats.org/officeDocument/2006/relationships/notesSlide" Target="/ppt/notesSlides/notesSlide90.xml" Id="R5f0f881982fd4f5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明确</c:v>
          </c:tx>
          <c:spPr>
            <a:solidFill xmlns:a="http://schemas.openxmlformats.org/drawingml/2006/main">
              <a:srgbClr val="237B4B"/>
            </a:solidFill>
          </c:spPr>
          <c:cat>
            <c:strLit>
              <c:ptCount val="6"/>
              <c:pt idx="0">
                <c:v>华为云码道</c:v>
              </c:pt>
              <c:pt idx="1">
                <c:v>Claude</c:v>
              </c:pt>
              <c:pt idx="2">
                <c:v>Qoder</c:v>
              </c:pt>
              <c:pt idx="3">
                <c:v>Codex</c:v>
              </c:pt>
              <c:pt idx="4">
                <c:v>Cursor</c:v>
              </c:pt>
              <c:pt idx="5">
                <c:v>Trae</c:v>
              </c:pt>
            </c:strLit>
          </c:cat>
          <c:val>
            <c:numLit>
              <c:formatCode>General</c:formatCode>
              <c:ptCount val="6"/>
              <c:pt idx="0">
                <c:v>28</c:v>
              </c:pt>
              <c:pt idx="1">
                <c:v>28</c:v>
              </c:pt>
              <c:pt idx="2">
                <c:v>29</c:v>
              </c:pt>
              <c:pt idx="3">
                <c:v>22</c:v>
              </c:pt>
              <c:pt idx="4">
                <c:v>27</c:v>
              </c:pt>
              <c:pt idx="5">
                <c:v>21</c:v>
              </c:pt>
            </c:numLit>
          </c:val>
        </c:ser>
        <c:ser>
          <c:idx val="1"/>
          <c:order val="1"/>
          <c:tx>
            <c:v>相近</c:v>
          </c:tx>
          <c:spPr>
            <a:solidFill xmlns:a="http://schemas.openxmlformats.org/drawingml/2006/main">
              <a:srgbClr val="F4A100"/>
            </a:solidFill>
          </c:spPr>
          <c:cat>
            <c:strLit>
              <c:ptCount val="6"/>
              <c:pt idx="0">
                <c:v>华为云码道</c:v>
              </c:pt>
              <c:pt idx="1">
                <c:v>Claude</c:v>
              </c:pt>
              <c:pt idx="2">
                <c:v>Qoder</c:v>
              </c:pt>
              <c:pt idx="3">
                <c:v>Codex</c:v>
              </c:pt>
              <c:pt idx="4">
                <c:v>Cursor</c:v>
              </c:pt>
              <c:pt idx="5">
                <c:v>Trae</c:v>
              </c:pt>
            </c:strLit>
          </c:cat>
          <c:val>
            <c:numLit>
              <c:formatCode>General</c:formatCode>
              <c:ptCount val="6"/>
              <c:pt idx="0">
                <c:v>18</c:v>
              </c:pt>
              <c:pt idx="1">
                <c:v>17</c:v>
              </c:pt>
              <c:pt idx="2">
                <c:v>19</c:v>
              </c:pt>
              <c:pt idx="3">
                <c:v>22</c:v>
              </c:pt>
              <c:pt idx="4">
                <c:v>22</c:v>
              </c:pt>
              <c:pt idx="5">
                <c:v>23</c:v>
              </c:pt>
            </c:numLit>
          </c:val>
        </c:ser>
        <c:ser>
          <c:idx val="2"/>
          <c:order val="2"/>
          <c:tx>
            <c:v>未见</c:v>
          </c:tx>
          <c:spPr>
            <a:solidFill xmlns:a="http://schemas.openxmlformats.org/drawingml/2006/main">
              <a:srgbClr val="B8BDC5"/>
            </a:solidFill>
          </c:spPr>
          <c:cat>
            <c:strLit>
              <c:ptCount val="6"/>
              <c:pt idx="0">
                <c:v>华为云码道</c:v>
              </c:pt>
              <c:pt idx="1">
                <c:v>Claude</c:v>
              </c:pt>
              <c:pt idx="2">
                <c:v>Qoder</c:v>
              </c:pt>
              <c:pt idx="3">
                <c:v>Codex</c:v>
              </c:pt>
              <c:pt idx="4">
                <c:v>Cursor</c:v>
              </c:pt>
              <c:pt idx="5">
                <c:v>Trae</c:v>
              </c:pt>
            </c:strLit>
          </c:cat>
          <c:val>
            <c:numLit>
              <c:formatCode>General</c:formatCode>
              <c:ptCount val="6"/>
              <c:pt idx="0">
                <c:v>4</c:v>
              </c:pt>
              <c:pt idx="1">
                <c:v>5</c:v>
              </c:pt>
              <c:pt idx="2">
                <c:v>2</c:v>
              </c:pt>
              <c:pt idx="3">
                <c:v>6</c:v>
              </c:pt>
              <c:pt idx="4">
                <c:v>1</c:v>
              </c:pt>
              <c:pt idx="5">
                <c:v>6</c:v>
              </c:pt>
            </c:numLit>
          </c:val>
        </c:ser>
        <c:gapWidth val="5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98989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D1D1A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595757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D80B7D-0729-4E87-8509-F8F5B7BF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BA32D-3207-4FEF-91F6-0ACBDF4D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66800"/>
            <a:ext cx="771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39107-0748-4DEA-91C9-BCBD2420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团队完整版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959951-BEB7-4ED8-8DC6-019CD54D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华为云码道 / Claude Code / Qoder / OpenAI Codex / Cursor / Trae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FE9F6-EC88-4BCF-9BEE-230C0809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能力框架 · 50项能力 · 产品差异 · 套餐与治理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9010F-AA84-4B00-A83F-A9026A03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7520E-1387-405E-AD0B-1F683160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内容完整、图文结合、可直接用于团队培训与会后查阅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CE81A5-98D3-4C9E-B838-26343C40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14400"/>
            <a:ext cx="17526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BFBE7-D4A3-4FB9-BCC0-A63392C1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2001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4B6D3-E362-4745-BA4B-D039362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6002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7F691-0437-4EDE-9336-EF25CF10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7907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9DEC3-98CD-4602-A741-C1323B7F6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907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0E5614-4F95-42DC-AE66-65754E72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81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7ECBAC-BB42-49EF-A655-FBAB5EDE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813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C79609-6DC2-40DB-8B68-5C724D9E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B989E-CFC2-4E9A-8394-729BE30F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37185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2DAC3-CC00-4F7A-8D72-64E731DC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0B81E-6984-4851-A3B6-7691B77E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962400"/>
            <a:ext cx="91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290052-B84B-46FA-B848-2ABCD71F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52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FF173-3E74-44F8-9906-7928FFFF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89A6DC-D5E7-47B2-A896-A1863FBF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03E1AA-AFFD-4411-815F-81E9C7D7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1112eb4431a4100"/>
              </a:rPr>
              <a:t>在线完整文档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E4AD08-E5D6-414C-A1CC-F411711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51116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1749BE-74DC-4C49-BF57-3434D11B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732B0-EA96-4CE1-A13B-FEE57D9D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9EB8E-517F-4841-BA41-B53A384D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先看主线，再按主题深入能力与产品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3AB1A-8FC6-4BAF-B4D3-4866BCE7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主线讲解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D598D-9DEE-4F81-9B09-F771DA71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11164-B0F9-45CE-AAB8-3C2A9DB3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38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能力框架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7937C-3D75-46F0-AAFB-63C2566E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理解六类能力如何构成研发 Agent。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D5E9C4-C764-4699-8454-1FD48980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744FB-5465-47B7-A78C-0897FB91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B52A3-3F51-4F6D-8A07-7F63C8A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051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A9DA3-D709-446A-BEB7-CDED6DE9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区分码道、Claude、Qoder、Codex、Cursor、Trae 的强项。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F7707-13DA-44DC-A8AC-95B4444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975E6-6140-4DA6-9E3D-FD5D864F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7E105-E2C4-437F-B248-45869741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能力讲解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8A16A6-D6A2-41B9-9CE2-937A21060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每项回答：是什么、怎么用、有什么价值。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A8B70E-7D26-4498-8B4B-AE664BDD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27ED7-365D-40FA-AA9C-7B58F66E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5242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CE201-9E1D-4FEE-B810-55293A44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附录查阅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8A609-E53E-4531-B197-16889FFB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个人、团队与企业套餐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Tokens / Credits / Usage 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产品能力覆盖矩阵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官网来源与在线完整文档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0912E8-2E8A-4F85-8CE6-F0CA6CB4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798fd2054df4b99"/>
              </a:rPr>
              <a:t>在线文档：连续阅读与搜索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08319-425C-4AD7-8317-35D1AF9A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D8180-CF6F-4B26-A1AE-6C7C7AF1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cafa1866e644b6"/>
              </a:rPr>
              <a:t>在线完整文档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41A3F-0DF4-4CF0-81DD-DDA8CE46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509784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45B98-36F2-4DD1-8326-990559F4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AF2B3-CF9B-4F37-95EC-DA215CD6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3823-C61E-44E8-B561-5DE53F53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Coding 已经形成“理解—执行—协作—治理”闭环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EFE39-F32A-4E6A-BB40-68EF305D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428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7F86B-ACE9-4088-8F83-91983910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E41A3-F83C-4DC9-B8FF-F4F879B2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F6E07-4548-42C1-9362-882EEE39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读懂仓库、规则、文档、历史经验和业务约束。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B8C48-28B9-421B-8612-A65BB9F2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码道 Codebase、Qoder Knowledge Engine、Cursor/Trae Codebase Index、Codex AGENTS.md、Claude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B2D21-FFED-45BA-AAE4-A7C757BB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428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E2B60-BD91-4576-90CE-79012212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65BB6-0F14-4544-A145-4AAF853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552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815E71-08E6-49FF-B1E8-F8C09299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1432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把需求拆成计划、任务、文件修改、命令执行、验证和回滚。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B4241-E706-4C89-81E7-55028DC8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1719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26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码道智能体、Claude Workflow/Goal、Qoder Quest、Codex CLI/Cloud、Cursor Agent、Trae SOLO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659C1-EEDF-4692-99C9-D5DF60F5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2428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5BE408-F1E3-408D-B38C-C3052530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C2636-EE3E-409B-974D-0F89F41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52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C5BFEF-161C-4687-8B98-95DDB6C4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97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 Sub Agent、Worktree、Cloud Agent、Channels 支撑并行研发和异步交付。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916F5-9AFE-483F-8A0B-8C39D70A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719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161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码道 AgentTeam、Claude Agent Teams、Qoder Managed Agents、Codex Subagents、Cursor Cloud Agents、Trae Subagents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25A24F-1499-4885-B37A-74D112EF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09750"/>
            <a:ext cx="2428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9EC67B-F67D-4D84-B4B6-0D834481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0764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2ACE8F-171F-4F11-9CCB-F78E0266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5527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53157E-100A-4FF9-8EEC-E85F087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43250"/>
            <a:ext cx="1952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控制权限、凭证、模型、用量、审计、安全审查和企业配置。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A2C1BB-FA12-4437-8749-6FD2E281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4171950"/>
            <a:ext cx="1952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8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码道专业版、Codex Security、Cursor Bugbot/Teams、Qoder Enterprise、Claude Team、Trae Privacy Mode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7DDF3-4A2F-49D1-AC56-376CE4E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高质量输出不是“模型更大”，而是上下文可靠、过程可控、结果可验证。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E6DDD-10D3-43DF-BCAA-607CF9F7B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4A96B6-3E0B-4A07-ABC5-4B2CB09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ee74dad59840f9"/>
              </a:rPr>
              <a:t>在线完整文档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1AF73B-0089-41C3-98DB-C1CCC078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45185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BFF7B6-FA81-4B4F-91FD-9B32583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E8C089-9B79-44B7-AC87-F66BABB1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2F7B3-F070-4545-8757-1416C7E3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六类能力按工程顺序连接，而不是50个孤立名词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42B4-42E8-4CF3-8BB5-4C47624A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DA57E-75CA-4D11-AE63-25C647B47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C30E7-FB0C-4D46-A017-CBC746B4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6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55799-ABED-45D5-AE11-807FA63CC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让 Agent 看懂项目、规则、历史经验和代码结构，是所有高质量输出的前提。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BB518-3F31-4ADC-AE2B-531769DBE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 能力关系总览 · 1 知识图谱 · 2 规则文件 · 3 记忆 · 4 Repo Wiki · 5 知识卡片 · 6 代码库索引 · 7 LSP · 8 上下文压缩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E58858-5AF2-4D81-813F-124EB084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24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E948E-20D0-4506-9482-D13A27D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695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C5331-D953-4D82-B9F9-A1563F9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FF4A7-E69B-48D9-9776-DDD7B586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33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 AI 从问答工具变成可完成任务的执行系统，覆盖本地、云端、非交互和平台集成。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EBC8AD-E187-4055-8BF1-35807CE02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9 Workflow · 10 CLI · 11 Goal · 12 Quest · 13 Cloud Agent · 14 Solo · 15 MCP · 16 Commands · 17 远程环境 · 18 自动化 · 19 Spec-driven · 20 CI/CD · 21 SDK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12E95F-5C60-411C-AD55-29612869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524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CE1AA5-2317-4CAE-BCA5-2A0E1E3C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95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9732A3-CC1A-45EC-8782-EFEE6477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6BB42-8E89-4A00-AF74-46E5FC70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336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处理复杂任务时，用子代理、独立工作区、渠道和任务看板降低等待与上下文混乱。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67326-801A-4EAD-98FA-3F18C85C7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22 Sub Agent · 23 Worktree · 24 Channels · 25 Todo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152F4-5A69-4AAE-8DE0-39925923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BE7D7E-E051-4997-852F-8182767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1F145-7C39-4811-859E-624C211F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EA013-B285-48C2-98B0-9EC53D64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让自动化可控、可审计、可试点评估，避免凭证、权限、成本和隐私风险失控。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F45128-7843-4A38-9BCC-BCC006D65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5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26 Hook · 27 安全审核 · 28 计费 · 29 管理配置 · 30 OpenSec · 31 权限沙箱 · 32 Secrets · 33 数据治理 · 34 用量成本 · 35 审计追踪 · 36 模型路由 · 37 Prompt Caching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E7A4B0-8F86-42FF-B8DD-F9FB06E03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714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A0B778-4CAA-4C1D-8B20-E68F5949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CC9E8-5086-4B5B-AEA5-125CAF15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7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2F31B-DB15-480F-9F81-1EE3783CF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24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面向一线开发者的编辑、调试、预览和设计稿输入能力，决定日常使用频率。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3006B-DA48-49EA-85BA-E40E4C49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29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38 Computer Use · 39 Figma · 40 调试 · 41 Inline · 42 浏览器预览 · 43 多模态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7A738E-53CE-44F8-80F4-30692259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912A96-28EA-436A-A6D2-D9553C2E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86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9EEBF4-F6B7-4EC1-B632-FD79DB5E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576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F1228F-C252-401D-B8CF-4067BADC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43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把结果变成可审查、可展示、可沉淀的资产，而不是一次性聊天输出。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0D4847-C4D4-4E65-9E8F-0B9C18EB3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292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44 Artifacts · 45 Review · 46 Superpowers · 47 设计模式 · 48 画布 · 49 插件/Skills · 50 Checkpoint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0CF87B-838A-4FCA-8F33-ADB1104D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BB1D62-F4B1-47C5-A9B9-7308D4FF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462b169b75c4b0b"/>
              </a:rPr>
              <a:t>在线完整文档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CD7DFD5-B59B-4303-B3DE-FC30EE26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22761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5A7F55-8C82-4F0B-8B35-CF5047BE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86902-97A7-4968-90FC-FC07DA7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1F0FC2-798A-4C79-AD17-26BFA22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产品覆盖接近，但定位决定最适合的使用场景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514D4-6B6D-43B3-BC57-D091BC6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华为云码道（CodeArts）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458F5-44D3-4757-9D9F-832571B4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097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AI IDE、Code Agent、AgentTeam、Codebase、Skills、MCP、Hooks、Slash Commands、Checkpoint、Sandbox、企业专业版治理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949C0-A30E-470C-A222-0B40F6F2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97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国产云生态与企业治理场景、鸿蒙/ArkTS 开发、规范驱动开发、多智能体协作和统一配额管理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EC3F1-0776-4D07-8E0A-B0B5D6CF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DDE294-7103-48B2-AEF6-0A8428B4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A0055-22F4-485F-B98A-494D12BD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26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Subagents、Agent Teams、Hooks、Artifacts、Goal、Worktrees、Code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A62C1-DB3B-46EC-850B-31996EA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复杂代码任务拆解、多代理并行、自动化工作流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35CF-8626-4BE1-A00C-38625A4F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FC546-033C-47AA-9D0A-A34D9B7B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CA2F3-4DE0-4966-B427-C01236C5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Knowledge Engine、QMind、Quest、Repo Wiki、Knowledge Cards、Cloud Agents、Forward Channels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1629D-B5A3-4E61-8C9C-913052FB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知识沉淀、企业级治理、异步云端代理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D8144-3DCA-445D-8667-0AA5BDC2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64181-0F48-4C0E-AC77-1F905179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B7938-A19F-47BE-8A5E-D04EF765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CLI、Cloud、Subagents、AGENTS.md、Worktree、Review、Computer Use、Codex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A6A014-2517-4142-A328-C84A8675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工程自动化、代码审查、安全扫描、终端/IDE/云协同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9BD5FF-9108-4CCB-BB96-57CAF2A8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95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BE717-620C-4267-8509-33842CE8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39070-05DA-4CA7-96E6-27AC84A1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Agent、Cloud Agents、Bugbot、Agent Review、Canvas、Rules、Semantic Index、Design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863C38-DC93-47D6-96C4-97774D45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IDE 内高频开发、PR 审查、代码库理解、前端视觉修改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F19645-985F-476C-935C-A6BE988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625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FD736-E467-4FBF-8185-0FEA1B99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C48F4B-375C-4377-84A3-81D916F5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244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SOLO mode、Built-in Agent、Subagents、Hooks、Memories、Figma to Code、Codebase Indexing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000046-ADB5-4358-9EF5-C13B3732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12445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从需求到预览的自主开发、设计稿转代码、轻量团队规则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B00971-6EB3-460D-AE4B-6AE20C3D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9CDC98-8007-4F76-8DCB-3820029F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4250F8-B552-4BA1-831D-188A13A4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73b4b63d784acc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185FC6-D36A-4492-BF76-305AFD0A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242989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4DD6B-21EB-4AF0-9336-B5F60522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665AE-94C1-4AB6-83C7-C24B50E1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BF679-B4E5-484C-91C4-00F6C5A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覆盖矩阵用于识别强项，不直接等同产品优劣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47700" y="1428750"/>
          <a:ext xmlns:a="http://schemas.openxmlformats.org/drawingml/2006/main" cx="7715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6ef1a2008f4d8c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E6121-D731-455E-82C8-A5FDDBB8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00200"/>
            <a:ext cx="2762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390D5-1725-45E2-9093-5568DB81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859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读图口径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4DA41-1361-42C2-8271-26F6D32B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209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</a:t>
            </a:r>
          </a:p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官网同名或直接能力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相近</a:t>
            </a:r>
          </a:p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名称不同，但能支撑同类实践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未见</a:t>
            </a:r>
          </a:p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本轮官网证据不足，不应当成确定卖点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28A3D-6B2D-4471-BA71-9F3BC5CC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选择工具时还要同时看工作流、治理、数据边界和团队适配。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EB160-0D90-4202-ADF9-94A27019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ABD07-B339-4DA5-A7F4-456385A9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866abaedde4c29"/>
              </a:rPr>
              <a:t>在线完整文档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858DEE-8C47-4F38-9F6C-3B331A9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26654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A5904-CA72-4F8B-B444-AEBD1ED2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0A48D-3460-46FF-AD13-276D4FCF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3F030-869F-420D-BCD0-D38D888E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码道的核心是 AI IDE、Codebase、AgentTeam 与企业治理组合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B8B689-02EE-42D8-BE52-A1E70362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截至 2026-07-17，华为云码道已经不是单纯的补全工具，而是“AI IDE + Code Agent + Codebase + 企业治理”的组合。官方文档显示，它支持项目级代码生成、代码续写、研发知识问答、单元测试、Codebase 索引、Skills、Hooks、Slash Commands、记忆、Checkpoint、多会话、MCP、沙箱和 AgentTeam。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50AC9-7B5B-458E-8EE9-51679261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E1629-2555-4E5F-8B44-59F587DD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717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深度融合 IDE、自主开发模式与代码大模型，覆盖项目级生成、续写、研发知识问答和单测生成。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9B3FF-D74C-4908-91BA-20706A9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D5323-5FDF-4340-B0A1-13E9D168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54CB72-3B93-49DC-9D7A-C14C0DA1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717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智能体可做需求理解、任务规划、跨文件修改、工具调用和人工确认；规范开发模式按需求规格、方案、任务、执行推进。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3C829-E945-45D1-8A5B-AECE83CC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908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1E55A-D006-4D01-9EF9-DCD41A8C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知识与上下文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716719-DDE4-4BE3-B027-35960DF4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766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Codebase 支持本地个人索引和云端共享索引；文档也提到关键词、语义、图谱等代码库理解方式。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CDF60-7D30-4030-B491-F1D6F78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C1F68-0264-4EBD-914D-DD53C8C0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扩展机制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4FD6B-43C4-429C-B4CC-AA12AAB9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766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MCP 连接外部工具，Skills 封装任务流程，Hooks 在生命周期节点执行确定性脚本，Slash Commands 固化常用操作。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1A806-6190-4887-B955-960EE599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957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C29FB-BCA7-46E2-8883-8DDC8099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多智能体协作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16888-EBF4-4AD1-A023-556C8EB2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815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内置 AgentTeam，采用 Leader 编排和 Teammate 执行，并支持上下文隔离、领域专家子智能体和权限隔离。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28B886-7431-4942-88C9-4C3F0C7E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857358-370C-469A-8870-4282B3BC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81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治理与安全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22F42-274E-4B09-A474-D1A6701C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815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沙箱限制文件、网络和高危命令；专业版包含操作日志、模型管理、企业自定义模型、用量管理、SSO、IP 白名单等能力。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793730-A5A4-415D-8B11-7E70847D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006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DF6947-23BF-4E7D-BC72-F5540F8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B3D6C-FCB5-4548-8BA5-C2F19B00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cf84051a1b4538"/>
              </a:rPr>
              <a:t>产品介绍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89a80a5587845b1"/>
              </a:rPr>
              <a:t> · 智能体对话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9f83686818b453d"/>
              </a:rPr>
              <a:t> · 代码库索引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C94C35-4C2B-47BE-81B6-1B793E1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73718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53B70-356C-4E67-BAE2-8F83D717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97397-6F8F-4DB2-AC7F-9961F06C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B77293-B06D-49B5-B778-21871D8C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码道适合高合规与国产生态场景，但不能替代所有云端协作形态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2B87A-6258-4F36-9CE9-274FC985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857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17BC5C-5772-45AF-B648-989FBC2F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66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适合重点讲解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FC99D9-07D0-4AA6-90C0-F5D49732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4000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华为云与鸿蒙 / ArkTS 生态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规范驱动开发与中文研发团队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AgentTeam 多智能体协作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MCP、Skills、Hooks 接入内部工具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SSO、审计、模型、配额与沙箱治理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4FF03-EA11-4C16-8936-DB7A77B5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5C12A-0851-41E9-AD76-E1972B29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669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需要单独确认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4F928-C6D8-4842-A9D5-BE1BDACB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955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本轮官网证据中，Figma 原生设计稿转代码、Repo Wiki/知识卡片同名能力、Worktree、渠道集成、远程 Cloud Agent 异步执行仍不如部分产品明确。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9F07E-5FF8-4D8E-BDD4-4EAB7BB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9052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结论：培训时应把码道放在“企业治理 + 国产生态 + IDE 智能体”位置，不直接等同所有海外工具的 Cloud Agent、Channels 或 Figma 原生能力。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65EF5-256B-4C3B-90C8-6E409A82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F07BA-73FD-4A7A-B52E-839255B6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dd2ee8cc6d40b6"/>
              </a:rPr>
              <a:t>码道官网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d06650462e401f"/>
              </a:rPr>
              <a:t> · 价格方案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8970D1-F509-4418-A845-D8A32878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725040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D4E30D-82AF-4A97-A1AB-750DC832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97D6F-7D92-4B4C-AC40-9DBA0C1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55E40-5ACE-4417-9152-71F5F542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上下文能力是一条供应链：感知、组织、沉淀、装配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24100-7A49-4FFA-A931-FA2D2D9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28600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56BEE-5821-42B6-9FDD-1B6F3EDA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64879-1AED-4454-91DA-15EE00B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86000"/>
            <a:ext cx="514350" cy="4572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6F21F6-F26A-420A-9833-55E65226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B4648-A0C0-4A56-83C6-0AE5D28E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F6634-59EA-432D-BAEC-7470CA61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工程感知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96D0B2-B86A-4F72-90B8-3C118E4F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LSP + 代码库索引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CE7B94-7C89-478D-9627-E5260B6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7907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0453A-B70D-4822-A780-84DEA6129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ADD3B9-B96C-4184-8E0E-B2AE4E40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0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关系组织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3CF36-58AD-47B7-965E-CF5AC080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F26957-6ED1-4ED5-9210-2651E4C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CA598-608C-4A7C-BE33-D8120AE3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0C58E-7EF9-4E25-B2D8-1615B3E7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知识资产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CBA49-8443-49AD-9BB4-8AED38DB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Repo Wiki + 知识卡片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07537-46B1-4442-BE36-5E98287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9070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E982-AD1C-445A-AB0B-F46514D0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32AC8-2FAE-4A4A-A420-1A628DA7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运行时装配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C32A8-9167-417D-9C0F-EAE6BFC7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38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上下文管理与压缩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E159E4-DA44-4CA3-AEB4-C6993593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5276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BEBCC-BE95-4B2F-A1D8-CEC864C4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规则文件：硬约束控制面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E975F0-343A-43D0-ADC0-C3C34322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规定构建、测试、架构边界、安全禁区和交付标准，应版本化、可审查，并在冲突时高于个人记忆。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4C474E-EB29-46A1-99AA-9C6B653B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5276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694EA-C61F-4BEF-9186-DB754B21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62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记忆：长期反馈回路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9D92F8-7936-4357-B44C-7EB072AF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保存稳定偏好、项目经验和反复出现的问题，补充下一轮检索与装配；敏感信息和一次性指令不应进入记忆。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11EB4-48EE-4A7F-9B48-9DD7E67F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优先顺序：先 Rules + LSP / 索引，再沉淀 Wiki / 卡片；关系复杂时引入图谱，最后治理记忆与压缩。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3A9781-A635-4B9F-97B0-F14E94ED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FFEAAE-50A4-4D74-AC87-18F66BA2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3e57bb663147d0"/>
              </a:rPr>
              <a:t>码道：代码库索引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62046d378b49af"/>
              </a:rPr>
              <a:t> · 码道 LSP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8a958949354c91"/>
              </a:rPr>
              <a:t> · 码道 Rules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27D59-7178-415F-8B41-30F6094A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583217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4B165-D43D-4E10-B571-4D65345D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A57DD-DDFB-495A-AFD9-231311DF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5D9A3-4149-4ABA-BBF0-6F0B27BA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 知识引擎把工程信号转成机器与人都能消费的知识资产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DE601-73D7-4C8A-B257-B56AD947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问题：如果每个任务都临时扫描仓库、临时拼上下文，Agent 会重复消耗 Token，并反复误解架构边界。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3BB57-156A-429D-893E-8DAA381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526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9691E-0D86-408D-A0B6-637F78EC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526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原始工程信号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E9CDFE-BE6A-41B0-A733-A8A421EB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1526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代码、commit、对话、Spec、规约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F963CE-C9F0-471B-B006-98C63080B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A79FA-F397-4ABA-99A5-0058055E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Knowledge Card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6AF0C5-EA9C-4C57-876B-EB382DBF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高密度、单一职责、给 Agent 使用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B063-5011-4E48-9403-DDD3810E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0B947-E56D-4D0B-8263-7273CBD3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623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Repo Wiki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D14E7-A4CB-4AF0-97E7-2F1BB346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连续项目说明、给人阅读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B37E8-1FDB-4733-9EE0-E9DCC7B5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1BA772-DF2D-4F89-B453-F81E85E0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双轮更新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1248D5-5AFD-4E88-A631-EFC7D3AB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6720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commit 增量更新 + 对话知识沉淀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F5B08-3E5B-40EF-A8D4-AAADAE4B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8B5D6D-4D66-4B23-95FD-5DB23579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6FD2B-5BAF-4AF5-92B3-E348CA99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72050"/>
            <a:ext cx="3848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生成、审查、调试、重构时检索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EF9312-946E-4399-A509-3A0B155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addabd57f4bf8"/>
          <a:stretch xmlns:a="http://schemas.openxmlformats.org/drawingml/2006/main"/>
        </p:blipFill>
        <p:spPr>
          <a:xfrm xmlns:a="http://schemas.openxmlformats.org/drawingml/2006/main">
            <a:off x="7600950" y="1730767"/>
            <a:ext cx="3848100" cy="3396467"/>
          </a:xfrm>
          <a:prstGeom xmlns:a="http://schemas.openxmlformats.org/drawingml/2006/main" prst="roundRect">
            <a:avLst>
              <a:gd name="adj" fmla="val 148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A35557-0496-4638-8A25-8EE57E9C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价值不在文档更漂亮，而在检索更准、架构错误更少、PR 首次通过率更高。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6A9DD-3598-49D2-8E71-1393B87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C2C07-9508-4919-BC09-C4BCAA31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232b931cb94ef6"/>
              </a:rPr>
              <a:t>Qoder Knowledge Engine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5E0014-B3F9-46F6-92F4-1038C3E7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0936518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55BCBC-65C4-49A0-B7B1-CBB64D8E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43E08-E8AA-4D52-8B10-4E7A1DB8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23BBD-69A7-494A-B030-B38D1260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大型重写必须先建认知与验证基础设施，再让多 Agent 并行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E1762-D01E-4B5F-8E65-DC5A84BF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27aef9a4d0447e"/>
          <a:stretch xmlns:a="http://schemas.openxmlformats.org/drawingml/2006/main"/>
        </p:blipFill>
        <p:spPr>
          <a:xfrm xmlns:a="http://schemas.openxmlformats.org/drawingml/2006/main">
            <a:off x="762000" y="1883371"/>
            <a:ext cx="4800600" cy="2195908"/>
          </a:xfrm>
          <a:prstGeom xmlns:a="http://schemas.openxmlformats.org/drawingml/2006/main" prst="roundRect">
            <a:avLst>
              <a:gd name="adj" fmla="val 20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148F7-9445-4545-A693-9C536EA7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BFD4D-299A-41EB-AD90-BF958568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562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认知地基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92914C-C04B-4ECD-AA11-AD930791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62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Repo Wiki、知识图谱、历史 Spec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269E8-1780-4454-9783-102B52DF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06256-9CB9-42BB-B4F0-D836C72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Ultra 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37555-8498-4012-88E2-17220ED6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目标、契约、边界、安全、测试计划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73057-5F2A-40B7-BC62-BDB0F0F6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86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077D0-D1BD-4BE8-B2F5-C6094BB2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86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专家协同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5EAF1-AF93-47B7-92E6-A5F6405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Team Lead 按依赖拆给专项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902AC-461F-4CE9-9A18-F52B036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DF844-C41E-4142-BA21-BB37E498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Ultra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6E3E8C-D93E-47A3-A3CD-D210A6D6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正确性、安全、性能、架构一致性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2D4C6E-8C5D-4B3E-9FD9-0C68CD3F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F17EB-819F-4680-951F-0F26ECB6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01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验证闭环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7ED0B-C113-41FF-A4B1-B22E18F0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测试、CI、日志、Auto-Heal、PR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FD96C2-77D8-4360-8D47-7CF4FDDA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9D1CC-D139-4DA1-B6D0-ED76B853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关键边界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143E7A-3191-4B3C-BFAE-7D4D214E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911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模糊需求、不可逆操作、安全边界和最终合入必须人工拍板；验证基础设施不足时，不能扩大 Auto-Heal 半径。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EEA07-C921-47A0-9248-EE92E943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18364E-0A15-4AB3-83A5-CA405462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3e8e193e5e4a65"/>
              </a:rPr>
              <a:t>Qoder V1 Mega Rewrite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76CE69-D01A-47F5-8B39-E9D38B6D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731028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FCB2F3-5708-4404-9538-41CD5CC5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A2613F-DA32-4B37-A001-862BBAFD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565F34-8352-41E6-8144-B4A2A752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82B4D-D4F7-42B6-A66A-CD88560E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让 Agent 看懂项目、规则、历史经验和代码结构，是所有高质量输出的前提。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F3F05-A6F6-4F8F-9D8D-5E1C08E6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E602B9-2DD8-4A64-9DC9-E4862DCE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0 能力关系总览  ·  1 知识图谱  ·  2 规则文件  ·  3 记忆  ·  4 Repo Wiki  ·  5 知识卡片  ·  6 代码库索引  ·  7 LSP  ·  8 上下文压缩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90338-BADB-4C64-ADB5-492309BE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4D820-92D4-474B-A4B5-82322FCF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674B-B508-432E-91D8-94A7FBB3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852FD-4E85-4796-A2E2-7175D960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EB34F-20EF-4000-A833-246FC704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baa395d994488d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8FF81-F784-4E36-9585-E51DBCA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3803483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423B5BF-0F3B-44B7-BA16-6487A290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4E5AF-862A-49D0-BB50-56C7469B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D9E49-3AE0-46A0-AD10-9BC290C4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1. 知识图谱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56E797-1193-4D42-B812-40D90CA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Cursor/Codex/Claude/Trae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9B14F-DAAA-48E6-BF5D-AD3FF268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423DD-056C-46B1-8D95-2CADA41F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774B4-BED3-42EC-8A20-8A4EC0EE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把代码、文档、设计稿、历史对话、规范和安全上下文组织成可检索、可推理的关系网络。官网中 Qoder 对 Knowledge Engine、QMind、Repo Wiki、Knowledge Cards 的描述最接近“知识图谱”。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EF738-AEE3-4514-A1CD-0690B544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36993C-7F29-4BF5-9B16-DF9ECE1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BF635-CF51-4153-BE63-8D738819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C3D2B-AA79-485E-A4D3-8778AE32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先接入仓库和文档源，生成 Repo Wiki 与知识卡片；再让 Agent 在需求分析、代码修改和审查时引用这些知识。Cursor/Trae 主要通过代码库索引，Codex 通过 AGENTS.md、记忆和安全威胁模型补充上下文。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92363-B504-4B93-ABE0-6D5DDAC4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7DDB4-38B6-4729-975A-2B0622B1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23724-2BB2-4BC8-AD40-82549618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466B4-CBF1-4886-8FA7-10EC38E0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减少新人理解成本，避免 Agent 反复问同样上下文；对 SA 场景，能把架构、约束、接口、风险和产品对比信息沉淀为可复用资产。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2B465-641B-45CB-8BDF-20755070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8DE54-A982-4157-9B55-63A07CAA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2afbc566a4d29"/>
          <a:stretch xmlns:a="http://schemas.openxmlformats.org/drawingml/2006/main"/>
        </p:blipFill>
        <p:spPr>
          <a:xfrm xmlns:a="http://schemas.openxmlformats.org/drawingml/2006/main">
            <a:off x="7600950" y="2404171"/>
            <a:ext cx="3848100" cy="1078108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4279B7-72A7-4501-BFC8-633288CB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官网图：Qoder Knowledge Engine 将代码库知识沉淀为可复用团队知识。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12F542-5FEE-4897-82D4-02E0CA3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D0979B-0920-4B7D-BC80-D009A78F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5163D-8437-48CA-A51F-BA286696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3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把“系统架构、关键模块、接口边界、部署拓扑、已知坑、审查规则”作为首批知识节点；每次项目复盘后新增知识卡片，而不是只保存在聊天记录里。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F36EB9-77A8-4831-8448-9FDE215B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66BBC-B522-45A5-9898-8A17A5D1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B3265-501B-4090-AEBE-C9DDAEB9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FDA28-37B3-4CA0-BDED-12FEB100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C6EEEF-08D2-4F21-BEAE-361D414B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AGENTS.md / 规则文件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70CD3-AB9B-4C96-8086-070836DE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c371fc5ced340e3"/>
              </a:rPr>
              <a:t>码道：Codebase 图谱检索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9e052132e642f7"/>
              </a:rPr>
              <a:t> · Qoder Knowledge Engine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5aa1e3d73c41d2"/>
              </a:rPr>
              <a:t> · Qoder QMind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0C2FD2-6DFC-4A00-B185-6B527173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A89DFD-4C6D-45BA-A110-1C90694E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79e7696a494828"/>
              </a:rPr>
              <a:t>在线完整文档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06DA37-599E-4A1B-9030-DA955F33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18170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47D4FC-F77D-4A55-8A8E-18470D5E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B511-D3EF-463B-8D25-0112F35B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C8F9B-4BA9-4541-B984-6E75DC39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2. AGENTS.md / 规则文件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E41AD-B0A1-46DD-8CBF-94EE0F5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Codex/Cursor/Claude/Trae 明确  ·  Qoder Skills/Rules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C5AE3-46DE-4374-A159-6241A1AC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5A708-1347-4086-9038-C59BEC0F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9B71A-4B40-4B22-96A7-586EAAF4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仓库级或用户级的 Agent 说明书。官方常见名称包括 `AGENTS.md`、`CLAUDE.md`、`.cursor/rules`、Trae Rules/Skills；它们告诉 Agent 如何构建、测试、审查和遵守团队规范。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3560C-CBE5-410B-9A62-8C82F4FD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62F3C2-4A69-4214-BAA8-F0FEA2DA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07A7B-5D2D-442A-AD97-74D0C518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66856-F900-43FE-84E0-56CFCF08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写清仓库结构、常用命令、编码规范、测试要求、安全禁区和交付标准。避免堆砌口号，优先记录真实反复出现的问题。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4CC61-764D-43AB-974C-E1ED6314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04433-54BC-41F5-826F-3C10D876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7DD77-4FB0-4536-9735-26DC7C20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F188CE-F120-42EA-A6CA-647A4A52F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让团队经验从“口头提醒”变成 Agent 每次自动加载的上下文，显著降低提示词重复和新成员试错。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204919-296B-4741-8F93-07603A9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4914C2-E07C-4262-B35F-62C88985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63628b7e34d3e"/>
          <a:stretch xmlns:a="http://schemas.openxmlformats.org/drawingml/2006/main"/>
        </p:blipFill>
        <p:spPr>
          <a:xfrm xmlns:a="http://schemas.openxmlformats.org/drawingml/2006/main">
            <a:off x="7600950" y="2375685"/>
            <a:ext cx="3848100" cy="113508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A51655-8C2B-47EC-B64A-9E73A14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官网图：Cursor Rules 支持团队和项目规则管理。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7BABBF-9BCF-4C35-B2E8-B501ED7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652EA-94B7-4BFE-9048-A7273C9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B9B1C5-E194-4874-8725-B6FC6AB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每个仓库至少维护一份规则文件，包含 build/test/lint 命令、目录说明、禁止事项、审查清单和 Done Definition。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7E2D2-42CF-40E3-9B96-EC9D9611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B41A73-E969-4087-8B4B-2DA1EA7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9149B-638D-4244-B9A2-31DA0691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知识图谱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A03FCD-3866-493B-87A7-C9373D2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4AEB62-9FBE-46DF-999E-67E60A07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AGENTS.md / 规则文件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8F08E-B82A-4028-9839-71B2EB28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5F7A46-FD4F-4CC2-ADA7-70983358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B4D98E-97D0-47AE-8F4D-291FD97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5b6496b3ed4673"/>
              </a:rPr>
              <a:t>码道：Rules 规则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58bb31bfe3495c"/>
              </a:rPr>
              <a:t> · Codex AGENTS.md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393ec83cf04c04"/>
              </a:rPr>
              <a:t> · Cursor Rules / AGENTS.md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E45F80-5A5E-4850-8B60-6637AC02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39833-F799-4977-9EAD-7A09891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ed6237a481412e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D1890C-FC7B-4F25-AB7A-7CD7360E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044374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E88B35-4DF0-4883-99CE-2078DFA7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951A43-F863-46B5-A377-6E3C9D0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0B0D0-6170-4E6D-9A91-DCC5823D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3. 记忆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33BF8-6CE9-4C16-B889-FB017BDC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Claude/Qoder/Trae 明确  ·  Codex/Cursor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FDE0CB-1C06-426D-B4D3-9DDF6FE7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D39687-C984-46A0-AA0E-568ABC8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AC7A0-6FC1-42FA-ACAF-3DAF43B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把长期偏好、项目经验、踩坑记录和团队约束保存起来，供后续会话自动复用。记忆不同于当前上下文，它强调跨会话延续。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B8FDF-503D-4FF4-98BA-7FF9387C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F54BA3-85DF-4F22-83E0-C75D9CE2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07EE98-09A8-49DD-B1E3-D6291706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D7FD4-87E7-4F9B-88A1-18E8E209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有 CLAUDE.md 与 Auto memory；Qoder 有 Memory Cards/Memory Stores/QMind；Trae 支持全局和项目记忆；Codex 有 Memories 功能开关；Cursor 可通过规则、Bugbot learned rules 与 remember 机制沉淀。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41E35-A956-431A-9B91-6F6ABB78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D5E63F-2519-4B02-BEB3-6321DF8F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F536B-1067-4878-BA40-12983B4C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3FB4E-6137-4E43-91B6-4DF4785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减少重复解释偏好和规范，让 Agent 更懂团队习惯；但敏感信息、密码、一次性指令不应进入记忆。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02537-F6B9-4503-B2AC-CFDC045F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6943E0-C1F0-4324-9FAA-FB06825A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A9BEB3-C6D8-4EE5-979D-17B4A7EA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6895E7-3CD3-4EBA-9980-AE2E2FDA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记忆只保存可长期复用的事实和偏好，设定季度清理；对于强制规则，优先放到规则文件或 Hook，而不是仅依赖记忆。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670337-3705-41C1-86CB-09BB7D8A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25F6AC-8CEE-4C24-A7C3-A6E9D689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AE642-FDBA-4C75-8546-05380021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AGENTS.md / 规则文件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0717E-6CFE-48C7-B154-9E5D11E4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7D7643-F3F2-4B22-A027-8C60ECADE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22603D-F97D-4075-B19B-DEAF7718C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E8248-5D31-470D-90B0-59ABEF0E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Repo Wiki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754F6-31BE-4101-AA4F-72D88A13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61949a6c8d4420"/>
              </a:rPr>
              <a:t>码道：记忆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c72db8f8434c45"/>
              </a:rPr>
              <a:t> · Claude Memory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3e52a9c189452f"/>
              </a:rPr>
              <a:t> · Qoder Memory Stores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D3502B-ADAE-45FB-BD34-FEBDE9A8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7B285E-C079-4092-B37B-CADC5B1E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e59df2af62410a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A3439-EF1C-435F-90EA-EFE000FE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024733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C87596-0B41-445E-BD4A-C487CF23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5E3C9-A39E-4E23-BD3F-852765C8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942EB-E550-4F20-BCCB-49D0BD02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4. Repo Wiki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50FE2A-57C5-4752-8BB4-2F9D2318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其他工具相近但未同名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EBF3A-3A80-4918-ACDF-5576C51D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E3B62-1BE4-4BBD-B008-D0760DAE3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BB0EE-9ED0-4887-8C7D-9BBD7CD8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Repo Wiki 是从代码库自动生成或维护的结构化知识库，描述模块、接口、目录、架构和项目经验。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D79B2-A2DE-409C-94F5-3BDD54B5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C4C28-20DB-4FF7-A83E-20E5822B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71F02-8A05-4404-B1F1-F3BB636E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E1D52C-D1E0-4CE7-96AE-4F13C7EE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Qoder 中让 Knowledge Engine/QMind 引入 Repo Wiki；在其他工具中可用 AGENTS.md、文档生成、代码库索引和 Canvas/Artifacts 模拟同类知识沉淀。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87E4D-9742-4923-825E-B15AE719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4AD538-43AD-43B7-8F94-996338A4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2557F-3739-4C26-B793-5C736B52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8F58CA-C944-4A24-B9CC-F1595A72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把代码库理解从个体经验转为团队资产，支持新人培训、需求评估、迁移方案和架构复盘。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D9919C-3E0A-4437-BB97-57B38C6B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624203-F7DB-4D82-B2A4-238EBF8D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D14AEE-BB75-4569-857C-CDA99694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0AEEF-1C78-4FB3-8ADD-CA961C0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Repo Wiki 不应只是目录说明，还要记录关键流程、非显性约束、历史设计取舍和调用链。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E4C4DA-DAD5-4F7F-8B00-237CF829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540D1C-F4A9-4727-AA79-0A751DC7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D5DD5-A207-4C3B-946F-D76B742F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记忆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78874F-6A95-4903-AA58-2C37F531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0A59D1-A8AA-45D5-B2E2-2EE4D80D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Repo Wiki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1A7D9D-29C9-4F9D-A634-8607722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00E7A6-6ADF-46CF-A984-D5033F1E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知识卡片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1B727-31F7-4A42-8D87-88F9EA61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f95ef985224a33"/>
              </a:rPr>
              <a:t>码道：知识库（近似 Repo Wiki）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9ed071b69a4186"/>
              </a:rPr>
              <a:t> · Qoder Knowledge Base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dc765e3f2384263"/>
              </a:rPr>
              <a:t> · Qoder QMind imports RepoWiki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DD17D3-627D-4E59-A2BB-7411EA9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F1FF47-6CC2-488F-A1FC-4C76E817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86c4fc1b0e4883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3F24B1-C921-4155-8E67-E83A455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7812876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6A692E-EC7B-46FE-91E9-31102EE9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3E909-B656-4425-A5E9-00CBB2C5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6C749-8482-4F0C-A9A3-93F5E233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5. 知识卡片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FE4102-5124-49D0-8462-E201808F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其他工具可通过 artifacts/skills 模拟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6A2FF-965B-4979-8007-85A9E306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DBB348-05E2-4914-A968-6A23A6E6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4586B-D827-4AFC-8E7A-F99D09CA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把一段知识压缩成可复用卡片：定义、关键点、来源引用、关系、适用场景和注意事项。Qoder QMind/Knowledge Engine 对 Knowledge Cards 描述最明确。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24CE5-CC4B-44F6-8CC1-6D7241C8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0AF56-527D-487F-84E9-267D7737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75EA9-2EDA-47DA-B759-3DE72C01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33F8D-1AD3-4D50-8B9A-B41CE1C09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把官网文档、内部方案、代码理解、故障复盘编译成卡片；让 Agent 在需求分析、培训和审查中引用卡片。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E5650D-5514-46BF-8108-1A96A79B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06574-DF91-4F07-8C87-77CCB881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F8C2B5-350F-45F3-8C26-8C6C874F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67FB1-74CD-4FE0-A42D-0B283C84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比长文档更容易复用，也比聊天记忆更可审计。适合 SA 知识库、产品对比能力卡、产品规格卡和安全规则卡。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F1FB6-AE71-406F-AB04-A1DF68F3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C7E8D-EF52-49BE-B8A8-2B4F72E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b074a3fc5b49f8"/>
          <a:stretch xmlns:a="http://schemas.openxmlformats.org/drawingml/2006/main"/>
        </p:blipFill>
        <p:spPr>
          <a:xfrm xmlns:a="http://schemas.openxmlformats.org/drawingml/2006/main">
            <a:off x="7600950" y="2448701"/>
            <a:ext cx="3848100" cy="989048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FA7EB-359D-4A2B-AB34-3658F2F9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官网图：QMind 将多源资料编译为 Wiki 和 Knowledge Cards。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60FEA-DDB0-4315-BB2C-7293E007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0D599-5F5C-4B75-8AA9-E32973DD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514B7-B841-4725-9135-DAAF5525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每张卡片固定字段：主题、定义、使用场景、限制、来源、更新时间、适用产品/版本。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8750CE-E7DF-497C-98F0-44CF2BA2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9DB536-6511-4D62-A3E1-F7E7DEB1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0359C-2F43-4BA4-A302-1EE6535E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Repo Wiki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388030-4124-4F39-9EFB-BEF7C73D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CFB74B-A310-42F1-A071-646905C1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知识卡片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38C2E4-D59E-45A7-8115-88355263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D6603-EC7A-4000-8A95-3349A0BA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代码库索引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A70FAA-9574-401D-B842-C14537DB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e1c1798b454034"/>
              </a:rPr>
              <a:t>码道：知识库（近似知识卡片）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6da046e12c48ee"/>
              </a:rPr>
              <a:t> · Qoder QMind Knowledge Cards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0585f103a1246fa"/>
              </a:rPr>
              <a:t> · Qoder Knowledge Engine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DF0F3FE-12A8-4EC9-A9DD-ACC7E9BC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96E1E-5812-44C3-B829-E2ADA1BE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df1903e2554c79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E7BA1-0D21-434F-89B6-C8A4796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53759666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4BBC4-89A0-43C1-95E8-13182244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713CD-1E74-4BFA-8497-3FA1F417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3BEBD-0296-404A-8DE8-D9A1F76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6. 代码库索引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F0D6D-E68E-4FE1-9FA9-79D074F6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Cursor/Trae 明确  ·  Qoder/Codex/Claude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E3AAF-894B-4275-A278-38693813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D007B-DF93-47A7-8A1C-83CF494B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D1C2B-6F49-4794-B50F-ECB93307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把代码切块、嵌入、建立语义和符号检索能力，使 Agent 能理解整个项目，而不是只看打开文件。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D83C0-7EE0-47B2-B925-0B0A188F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80601-8EB2-4A1D-828D-56552D3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ADEC87-522C-4D0A-85CF-47EA3044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FB341-44B6-4204-AED7-088AEE2D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 支持语义搜索和代码库索引；Trae 在项目打开或手动触发时构建 code index；Qoder 知识引擎生成 Repo Wiki/知识；Codex/Claude 通过读取、搜索、规则和上下文管理理解仓库。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0A312-0B07-4A6D-8A7B-82B3912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E0829-78E0-448E-AB2E-CB830256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0A7D6-6044-48ED-A754-FAFE5009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331EA1-57C1-4B75-B6F7-0543C5C13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提升问答、定位、重构和审查的准确率；尤其对大仓库，索引决定 Agent 是否能找到真正相关代码。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EC6861-DB22-4E9E-B8F1-B569547B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7FADB-19B7-439A-A5F2-A60122F8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F52AE-7419-4D2D-B7F5-ED78034B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D9C435-462A-46C6-AD28-5A05E1BE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维护 ignore 规则，排除密钥、构建产物和无关大文件；索引完成后再让 Agent 做跨模块问题。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A394C9-6A73-4A88-BBF6-EEDC926A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7F87B-92DE-4D17-864F-AFF798A0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B3418-5FAF-4AC4-A32C-51138BF9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知识卡片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CAD7DA-88B3-4875-ACE0-D6812693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8F51D2-21CC-4B51-99AF-F35B955D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代码库索引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9498E-EDC9-4A5A-AB36-463F2EA3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ABF860-CA19-4DDE-96C1-C5CECA9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LSP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BDC922-3216-43FF-95AB-1F5BE73E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72642ef0d94c58"/>
              </a:rPr>
              <a:t>码道：代码库索引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192c16cd0c344b9"/>
              </a:rPr>
              <a:t> · Cursor Search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edbcb092364eb2"/>
              </a:rPr>
              <a:t> · Trae Codebase Indexing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AA602-CB81-4809-8A44-CFAA0C3D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7B5502-345F-40F4-8D51-1133C699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1b7514db7d42c9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69AD4B-CD8D-4E68-A5D0-839FB983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796756680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E728C7-0042-4D56-ABCE-843E3994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2237B-DFA8-4C09-ABBB-1423945E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1EA4D-C23C-4AD0-B5B3-77807763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7. LSP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56E75E-0A37-47E9-AF65-4A874D7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IDE 工具强相关  ·  多数官网不作为核心 AI 能力讲解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AB73E-846B-4AB0-9433-2160125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60D05-FEBA-48A9-86A0-B39AB7EA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DEBC9-54D3-48BF-B7CF-AA0A4C15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LSP 是编辑器和语言服务之间的协议，用于诊断、跳转定义、补全、引用查找等。AI Coding 工具不一定把它当产品卖点，但 IDE 内 Agent 很依赖这些信号。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560E4-CE68-4581-83F8-32C9D67B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E9F99-A69C-4FF5-88BF-3A06ED58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1A294-830C-4F3D-953E-A0B59580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76DF4-2118-45E3-A647-6D4007B4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Cursor、Trae、Qoder 这类 IDE 中，保持语言服务正常；把诊断结果、类型错误、引用关系提供给 Agent。Claude/Codex CLI 场景则更多依赖命令、测试和代码搜索。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8661E-78FE-42D2-B7E5-EEB738D7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C811E5-E103-46F3-913A-64E3D271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68091-BF37-48FB-B3C4-A2CB8BAD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6BBF7-07CD-4693-8BB6-88ECC7C5F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LSP 能把“可能错”变成具体报错和符号位置，让 Agent 修复更快、更少误改。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AA351A-AC60-4FE1-946F-95C5614B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5944E-F264-49AC-B77B-9E01EAF5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8DC62-E469-4436-9084-DFDC81E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855D54-1A28-4E6E-817F-5FE60841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不要忽略本地开发环境。让 Agent 开始修改前先确认依赖安装、语言服务、类型检查和测试命令可运行。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D3FDB-60F2-4ED1-B3A2-93A295A8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245E58-C518-4237-BAFE-4759CBA5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0DEAE-CBC1-43E1-B02B-CDFDA05AA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代码库索引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AE89A1-8FEB-4369-BAEB-0B6BE298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EDEE9D-5B87-4D21-9157-86BFFCFC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LSP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46F24-375D-433E-BC3D-FE9B91C7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F7B94-A097-4DAE-8CB2-31CB7B3E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上下文管理与压缩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D6163-37DB-424F-A567-13792BE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d3de6428ad4307"/>
              </a:rPr>
              <a:t>码道：LSP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d3fa022eb74823"/>
              </a:rPr>
              <a:t> · Trae Language Troubleshooting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329dc10d6b43e2"/>
              </a:rPr>
              <a:t> · Cursor Codebase Search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4BB2F-2D2C-461F-A1E1-A8744F92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6880F0-5B3E-4377-BD35-DFCB881C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2bdd34221564465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E521C-E33D-4CA5-8B7A-16705B56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0875301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13F485-870A-40B1-B181-8839E9F4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C2AAB-7CC2-456F-B686-075C3730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上下文与知识资产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63335-C1C3-4FF3-8A1A-FE9D5C81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8. 上下文管理与压缩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F42EB4-80D7-4FC4-947E-560DCFCC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Trae/Claude/Codex 明确  ·  Cursor/Qoder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1CB32-1605-46AC-9C63-FB9AAD6AD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D99653-2DDB-473D-A161-4EA8CD6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417F0-6F9F-4B86-833A-668F6AE3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管理长会话中的上下文、日志、决策和噪音，避免模型因为信息过多、过旧或冲突而降低可靠性。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989EB-67EF-46B7-9090-FE87656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BED3DF-C783-45D5-9A97-06371E40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38FD49-F9C5-4D9C-A157-4D0277FA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63B22-146B-41C2-B480-389343C9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定期压缩上下文，保留目标、决策、文件、风险和待办；把长期规则移入 AGENTS.md/Rules/Memory，而不是堆在聊天里。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FEF20-5F6A-4180-9ACA-03C33C83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BB7DB-556D-494B-81DD-DD0DB6AE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E4423A-27E7-49BF-A4FD-233E516F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269C6B-9129-48A1-921C-2637ADF6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提升长任务稳定性，减少“前面说过但模型忘了”或“旧日志干扰当前判断”的问题。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4EAA0-2961-47BE-AADE-AD0A5C1D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02C8D5-BEF1-4770-9D71-9CF316A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835DA1-0133-4355-A84A-99CA9A29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D0C40-68D4-405C-B49B-F3DA2DC2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每个长任务中段做一次结构化总结：目标、已完成、未完成、当前风险、下一步验证。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0AA91B-CF99-43C9-B058-862ACCD3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2398C-C6A9-4BE6-8C95-F50A771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4BE2F-8E3E-4651-9AB4-A22DBF18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LSP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D051C-305F-4285-B742-87850859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07507-D30E-459B-946B-A4411A6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上下文管理与压缩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FB1B8C-74A6-4A00-A4FE-6C0793BC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4facba367a4c1d"/>
              </a:rPr>
              <a:t>码道：上下文压缩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bcf72dd21f41e6"/>
              </a:rPr>
              <a:t> · Trae Context Compaction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fb06da76bc4e8d"/>
              </a:rPr>
              <a:t> · Claude Commands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154D8-8D23-41C7-AF98-E077600E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493366-24AE-423E-94B5-B4DE0457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f167c7f1bb417b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8A55B-4AAB-4DC7-8A7B-327C14E6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561309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A5B4F-DAA3-42ED-A580-62319149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F7D2F-DCB0-449F-9839-C324C4B4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55A22-D906-425E-834B-523EFDC3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7982D-2F57-47C0-A6E2-B42EADAC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02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 AI 从问答工具变成可完成任务的执行系统，覆盖本地、云端、非交互和平台集成。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77502-5857-4E97-A761-4848C354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5ECF7-FA5D-42CA-83F2-459DE374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9 Workflow  ·  10 CLI  ·  11 Goal  ·  12 Quest  ·  13 Cloud Agent  ·  14 Solo  ·  15 MCP  ·  16 Commands  ·  17 远程环境  ·  18 自动化  ·  19 Spec-driven  ·  20 CI/CD  ·  21 SDK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43BD6-D380-40AA-9E34-A37ABE18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E6953D-A105-4BE8-A90F-124CCF7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8B549-F222-4926-BB35-B75A5EE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CE8328-1959-4B01-BE6E-EB4FF9FD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7F8F1C-22EE-40D8-991A-35759DFA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07a7a1cc4d4ca0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1EEDD-BB48-42C4-A919-7817FF79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85964476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BAA69A-F3F2-421C-977E-17DC7165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6EA0B-F4D9-4A6A-8B62-6773551D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1CEE1-E5B7-4EDD-8A51-C1712E31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9.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9F0CBD-54E5-4DB5-93B3-516FB1B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 明确  ·  Codex/Cursor/Trae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702B3-E061-42C1-8AFE-CB000A07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4A5FB-070E-4AE9-B7DD-16F0C43E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BB8601-5439-4408-9F74-A84BCE30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把复杂任务拆成可执行步骤、条件分支、并行代理和验证节点。Claude 与 Qoder 都有 Dynamic Workflows；Trae 的 SOLO、Qoder Quest、Cursor Agent、Codex Plan/Cloud 属于工作流化体验。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DD1E2-68C1-49A5-ABDD-8497AF95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5383A-49C7-4B9E-B6EA-1E77C0F7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E70A0-45CE-4793-B104-5355A69A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ABD86-33D4-4ABC-8F4B-5578F210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将“调研、设计、实现、测试、审查、总结”固化为模板；可让主 Agent 生成或调用脚本，再用子 Agent 并行完成检索、实现和验证。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EA2BF-FBD0-4A2C-8637-F398BD99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5F82E9-802B-4BBF-8F9D-902E8CBC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64909-A444-417C-80F8-3602A654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38520-89A3-4D59-A772-3C1C735E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把一次性提示词变成可重复生产流程，适合批量迁移、代码审计、产品资料抓取、自动化周报和大规模重构。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E65E6-465D-4D18-805E-5D8FB3FC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1CC77-6ED4-45BD-8AB8-FB996C4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9CA5D7-A69D-445F-A8DF-6EE775F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C9C3D9-D435-4D9F-9904-0EF25D72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优先沉淀 3 类 Workflow：PR 审查、需求到代码、技术调研。每个流程都要有输入清单、质量门禁、失败回退和输出格式。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F0001-FCEE-4C1A-AD8A-8550EBEF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BD3AFC-06C7-4F93-AEDB-57DED190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8A0D7E-E137-4D42-92CE-AF7AFFA9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DBA1B-4F3F-4BF5-B9BC-53416E3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E771C-4380-4DA7-BD7A-23E25493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CLI 与编程使用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EBBF00-2479-4DEA-900D-BB0FB693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f7f8fab3914cee"/>
              </a:rPr>
              <a:t>码道：规范开发工作流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d8cc0717c014ed5"/>
              </a:rPr>
              <a:t> · Claude Dynamic Workflows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7e1aca5fa140b6"/>
              </a:rPr>
              <a:t> · Qoder CLI Workflows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A2BBE8-0E11-4305-981E-3AC78370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815A6-8160-487A-A9EE-DC5E81C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aeb0033873f4e69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25D153-5CD8-4DCC-8553-BD7D93A58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2864130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FB9BA9-71A8-469F-8797-5DC1EFE9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7603B-DCB0-49B1-9C83-0F72A2B6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8A48B-F12B-4235-A34A-B9735E3D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10. CLI 与编程使用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51553-15E7-4BFB-A3E6-0D4CAEBE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Claude/Qoder/Codex/Cursor 明确  ·  Trae 较弱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DF2C8-950A-4C22-8703-C83D6762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BF009-D368-48FB-8966-F4DCB04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B182-5F4E-4FFF-A9F8-1DF61B70A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Coding 能力放进终端、脚本、CI/CD 或业务系统。CLI 面向开发者交互，API/Headless 面向自动化和平台集成。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A5BBE-AC2F-476C-9F95-D11DAFB9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B71667-9872-4D8D-A7E1-2C504847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2CC3B-4E6C-49C2-966A-2901D129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511C43-C05F-4B85-BA68-7BEB469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 提供 codex exec/cloud/review/mcp 等命令；Claude 支持 headless 与 GitHub/GitLab；Qoder Cloud Agents 用 API 创建 Agent/Environment/Session；Cursor 提供 CLI 和 cloud agent 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0404E-1732-4DEA-BB9F-5A3D1751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50FF82-581C-431F-95B7-5038078E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EC23A-DAF3-45DA-81A0-26D1AF5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DFC4E-0A0B-4CD6-BE8C-D1122149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把“人找 AI”变成“流程自动调用 AI”，适合夜间巡检、PR 自动审查、批量生成测试、代码迁移和内部平台集成。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A7C34-4079-4C50-9705-AEE6526A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1994F4-CE87-428E-BA70-51B73AC9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28C0D-64CF-47F8-8590-D171BE5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67D73-121C-4D34-B4EF-12027656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先从只读型自动化开始：PR 总结、安全风险提示、依赖升级建议；稳定后再进入自动改代码和提 PR。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1B3E7E-DF1C-465C-BD89-1E8260C3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07A958-1D67-4AED-994D-74AAA3B4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07F81E-9F84-4B63-A57A-4F8D0332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E0ABA-CAFE-4444-BD3B-3FAA580F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1D22F5-DA98-4BF5-A016-37A7D4C69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CLI 与编程使用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17059-47D6-4662-BFB4-2523B7F7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AFF494-6A3C-4067-A8B4-E2EE269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878ADF-F09B-4A8A-9125-18A1D4B5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9cee714c9e431d"/>
              </a:rPr>
              <a:t>码道：智能体命令（近似 CLI）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a2e2d751e04418"/>
              </a:rPr>
              <a:t> · Codex CLI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5c11a206a54656"/>
              </a:rPr>
              <a:t> · Claude Headless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A0EB1-E7E3-4671-A9BC-2FE3EB75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7C860F-B126-426F-A56E-4931EA34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374b59201840e9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D534F0-F8F1-4535-A571-6AB5BB44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39528576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10C76E-17BF-42AC-9B0B-775091D2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5C3A7-0434-459B-BC91-B206BA67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19E49-9995-4773-9BD0-17C9219D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11. Goal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50B8C-956E-45D0-8713-024C20F8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Claude/Codex 明确  ·  Qoder/Trae/Cursor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CF91-D3C1-4A29-87D9-9BE2A918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E39D4-089F-4369-9C17-D8410EB8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416A2-0741-4F7B-9B0D-477C83A0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把任务完成条件显式化，让 Agent 围绕目标持续推进，而不是只回答当前一轮。Goal 应该包含验收标准、边界、输出物和停止条件。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BF64B1-B954-4E8B-887E-EB3494F2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F90024-C27A-4355-9203-8EF80C9A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51C47-FAAE-4DEC-BA88-002C54B6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283C5-D7B7-4F0D-BF38-7DC9366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`/goal` 和 Codex `/goal` 是明确命令；Qoder Quest 的核心理念是“定义目标，审查结果”；Trae Agent 会先基于目标生成计划；Cursor Agent 通过计划、检查点和队列推进。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8AA22-14CC-47C7-B3FC-40ED47DC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36E98-AA25-43B3-A74C-DBCDC185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AE585-069C-402C-B970-1DA19F73A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1C6D1-CDE5-43B9-85E7-5A425BC3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减少多轮沟通损耗，避免 Agent 在局部任务中跑偏。对团队而言，Goal 是把需求管理、验收标准和自动化执行连接起来的最小单位。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8285D2-B1C0-47FA-A323-9807990E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614511-930A-4F73-95C0-440C8E81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524720-91CC-40FB-81AD-6E863285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E7422F-1CC0-465D-9A08-1C8A31426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写 Goal 时避免“优化一下”这类模糊话，改成“在不改接口的前提下，把登录页首屏 LCP 降到 2.5s 内，并提交测试结果”。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35BA84-9D49-420D-982B-B5397089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09C14-D006-43CB-B3B6-561C7635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510AC4-8743-44F5-8D58-0C9453E6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CLI 与编程使用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B6CB64-C4FF-42E5-AEBF-1AD36136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B05D59-CCE5-4FB6-8CD4-C214B556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2862A8-3D0A-4A43-B1FA-E83B4967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81911E-46A2-4E28-88F2-47E83285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8B62BB-8CED-4888-ADB1-72E45FDA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9a0323b56e41bd"/>
              </a:rPr>
              <a:t>码道：任务规划（近似 Goal）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a751612e5154478"/>
              </a:rPr>
              <a:t> · Claude Goal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b095421a5a4ba6"/>
              </a:rPr>
              <a:t> · Codex Slash Commands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F4BED9-2CF6-45A1-BA1E-5ECD50A7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C355CA-D86C-4EB0-90D9-5807A515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b8380d86b9c46d5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3C266-EDD9-4835-A522-7F4D373B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77124024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C66925-C260-4131-99DF-81838C26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38281-0232-4F99-9C57-740D7816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123C0-15AA-4372-B2F4-72509C0C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12. 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BA8B5-9898-41F6-91EF-147A9A6C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Trae/Cursor/Codex/Claude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F97F0-AEE4-4957-AB71-D7F5E709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0F7F8A-D00D-440C-8FAF-7F9ED101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CB5F8-2EFB-49AE-85B8-CCB25F71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 Quest 是面向 Agent-first 工作流的专用窗口，用来管理任务、跟踪状态、审查结果和交付物，核心理念是“定义目标，审查结果”。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C73FB-B5DD-4213-B904-BACD4F9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3B8D2-0F95-461C-820B-1AD266FF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F40098-0458-42B2-A274-9ED9145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D7109D-0224-4D13-B40E-82F5776F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Quest 中选择 Agent mode 或 Experts mode，输入目标，让单 Agent 或多专家并行执行。右侧面板可查看进度、摘要、引用知识、diff、提交和 PR。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BE494-4548-49A0-812B-45C2E4A3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6C85D-FE0E-4977-A24E-FA208248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8F5E78-CFEE-4E9C-AE19-615CE666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2206E-0037-49B5-B648-EC52D78C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适合把长任务交给 Agent 异步推进，同时保留人类审查入口。对团队管理者，Quest 更像“AI 任务看板”。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CA01F-01BB-42C7-AEAC-23B5B1AC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22BE49-0D31-4E86-9B97-CE63461A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6611a12c24f8d"/>
          <a:stretch xmlns:a="http://schemas.openxmlformats.org/drawingml/2006/main"/>
        </p:blipFill>
        <p:spPr>
          <a:xfrm xmlns:a="http://schemas.openxmlformats.org/drawingml/2006/main">
            <a:off x="7600950" y="1717605"/>
            <a:ext cx="3848100" cy="245124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08DA91-FBCF-4A7A-8938-73AC66DA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官网图：Quest 的三栏布局支持任务管理、对话执行和结果审查。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48568-1629-404D-8D6E-3391F97A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49CAE2-CC15-4E27-A86D-F94C398C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0CFE1-292B-4A0B-B4C2-64C6F2F9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Quest 用于“明确目标 + 多步执行 + 需要审查”的任务，如重构、调研、测试补齐、性能修复，而不是简单问答。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E82D71-F2A7-4DD4-AF89-8E349D1C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80741-2E2E-49DA-B9B4-BCA2AA22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6C161-ABF8-4BC9-8A53-E95C66FB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Goal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567280-DAAB-4796-A1D2-E2F29D16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C688DF-ACB4-4627-A35F-0BF4D1AC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C34B1F-084F-4A09-8960-B6466EB5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8F84C-D648-40F2-A6F4-3A1E292B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Cloud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19B81A-028C-441C-B69E-D06CAFFB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65001716ee49d3"/>
              </a:rPr>
              <a:t>码道：规范开发（近似 Quest）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3b05fbaab3248fa"/>
              </a:rPr>
              <a:t> · Qoder Quest Overview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b8a1122b27491a"/>
              </a:rPr>
              <a:t> · Trae SOLO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124904-B87B-4DDE-B23D-86DD3BC0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C2B2CD-2911-41B9-A955-E84297C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205a550e13446f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2F1FBB-1448-4398-8787-E670C347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2931939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5708E2-0000-4C89-A549-0F3CD7BD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C6C464-F842-4418-8715-DE44D1F9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FD71E-1363-40F1-AEE1-CDCE8A40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13. Cloud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16A57-7A7E-4695-BA44-F1B7A18B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Cursor/Qoder/Codex 明确  ·  Claude 相近  ·  Trae 未见同名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ED359-C471-4CDC-8CED-C3F14C9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E9914-1F84-4D8C-96CF-B68242F2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CE462-B2B5-4B68-B764-88BFA7CD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在云端隔离环境中运行的 Agent，可以长时间执行、并行处理、接入 API/CI/PR，并在本地之外完成构建、测试和修复。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08664-AD82-47CB-B226-C63C07FC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BC572-1F25-4CF8-A94A-891A990E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55755-887C-44E1-AF54-F9D8F0F1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DEB9B-F87C-4977-BA81-931FA6D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 Cloud Agents 在 VM/分支中工作；Qoder Cloud Agents 用 Agent/Environment/Session API；Codex Cloud Environments 运行云端任务；Claude 通过 GitHub Actions、Routines、Web/Cloud 类体验覆盖部分场景。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6B149-64B2-4F7B-809B-9641F955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57F45-4D6B-4A64-AFA7-F9A9B26D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E9C43-4E65-4099-ACD8-60DDCE2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64CE1-225F-4FD4-B399-49C2548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释放本地机器和个人时间，适合夜间任务、批量 PR、长重构、多仓库巡检和平台化集成。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53B15-1E5D-413A-BF36-A37A5C9B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7CDB43-07A2-409E-B3A1-E2533E4A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1BCAE6-BE4F-4410-82CA-E1917889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CFDF2B-E76C-4C2E-857B-DBB078AD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云端 Agent 必须配置环境初始化、secret 管理、网络策略、资源上限和审计；不要让云端环境默认拥有生产权限。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6A6EEB-71ED-4F35-BB70-F5F74ED0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A89EAC-7997-4C11-AEEB-BA37C170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B804C-44DD-4427-8CF9-8CF1E4D2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Quest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FAAAB2-8F7B-4017-A7D1-40896C98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86B222-2834-4533-B96E-6C5A7EC9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Cloud 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8FEAD4-AD56-4B53-8369-1106DE9E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F1BBF-56CE-448C-BB08-ACA0C2CC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Solo 模式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1197B-4E73-4FCF-8F4A-E349C428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9536ff59e744263"/>
              </a:rPr>
              <a:t>码道：Agent Space（近似 Cloud Agent）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92f2b0ea67411a"/>
              </a:rPr>
              <a:t> · Cursor Cloud Agents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db81e8d3bfe481e"/>
              </a:rPr>
              <a:t> · Qoder Cloud Agents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3C3A1E-E033-4538-B8A5-6C3B42FD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6A8DD8-EDAD-4ABE-8EC2-AC46594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b06e72e9e24e87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35C49B-4A57-44CB-9144-8FC040A8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75726028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195C7-42EC-455F-8549-61EEB8E6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2E365-8837-4F61-A086-8A35265F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F16AA-4313-491C-BEE8-1D2A039E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14. Solo 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253F5A-AAE4-4457-BB54-75F63DE8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 明确  ·  Qoder/Cursor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BAC58-1D5C-47CB-8D75-E5D0F5E3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F3E7FC-403C-4CAC-9C5E-8E266CEC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1326B-4545-491A-900C-558EDAEF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Trae SOLO mode 是从需求理解、任务拆解、代码生成、测试、预览到部署的自主开发模式，界面包含任务管理、AI 对话和工具面板。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B9D44-3CEE-4264-99BE-9D931EAD2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B5F07-F4AF-43FB-8D91-C7D6468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8F200-A2D6-4D7D-B5E8-B56F70BC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0361C-4927-45B5-8BAD-A2A9F832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切换到 SOLO mode，输入自然语言、语音或上传文件；Agent 先生成计划，再执行代码和预览。可结合 Figma、浏览器、终端、Supabase、Vercel 等工具面板。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A2EB25-CCF5-4989-B90D-110103B8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12DC8-B7F9-46D1-A8D5-21D740A9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99690-5977-45DB-A2C2-2184DB6D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25767-3D5A-4E86-BF2D-995FD1D5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适合端到端小应用、前端页面、原型和问题修复。相比普通聊天，它更强调自主规划和交付闭环。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24798-7598-4961-8DC3-C0E038C8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3D176-9BA4-4082-873B-5F5C7324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d491e8c5d43ab"/>
          <a:stretch xmlns:a="http://schemas.openxmlformats.org/drawingml/2006/main"/>
        </p:blipFill>
        <p:spPr>
          <a:xfrm xmlns:a="http://schemas.openxmlformats.org/drawingml/2006/main">
            <a:off x="8135631" y="1466850"/>
            <a:ext cx="2778739" cy="295275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4BD342-1862-45DE-A502-F42CF07D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官网图：Trae SOLO mode 以任务、对话和工具面板组织自主开发流程。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851CC5-08F9-4C39-95C4-4B02278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0F8C48-8F85-4180-B1A3-36D99CFE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8B789-C80B-4270-91BC-E504B959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Solo 类模式适合明确目标和边界的小闭环任务；复杂生产系统仍应拆分为多阶段审查。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27132D-9397-4C0F-A00C-89B0BE57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460B12-09F3-4A57-ABA2-75AD736F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2CF51-C631-4D48-B0C2-5B72890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Cloud Agent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2D6F2B-8D51-4BB5-AC0D-8F7777C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149316-6B15-4584-BFC6-54198718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Solo 模式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56028B-910D-4384-A079-6EC2ECC2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BE1078-7BAD-4FBC-987F-CC37685C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MCP 与工具协议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B3301-CDE0-454D-9A69-2F80464A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955daa3e5b947bd"/>
              </a:rPr>
              <a:t>码道：氛围编程（近似 SOLO）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9f0f65805349e8"/>
              </a:rPr>
              <a:t> · Trae SOLO Mode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da4d678283e43bc"/>
              </a:rPr>
              <a:t> · Trae Built-in 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B99007-A83F-4E2F-83FC-45176939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AFE8F6-EF9D-4E7B-8888-458D0DC5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087d578209e41da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B4E0F-D7B4-420C-B666-49EEB605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8643850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91BC17-11EE-4713-AADE-191CDF24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50621-F838-45B7-9E0C-E3599E8E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93D39-6BFD-4D9E-9661-3E5B1415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15. MCP 与工具协议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A23C6-0E0D-4D9C-AD11-8E1E40DA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Claude/Cursor/Qoder/Trae 明确  ·  Codex 强相关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AC119-587A-4411-A50A-6B3B768A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6B359-D08C-4B4F-8697-D8AFFF2B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98297-B834-46E6-8888-0440B0A0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MCP 是让 Agent 接入外部工具和数据源的协议层。它把数据库、工单、内部 API、浏览器、设计工具和知识库变成模型可以调用的工具。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DD5F41-AAEC-4FF8-B2E7-B39BF8CF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8AC99-E783-4CC0-9CF8-818E0EEA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66AC8-3F48-4027-AF38-C3D7296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D7B3E3-F8E1-4DD9-9769-E950F6F1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为内部系统建设 MCP server，配置传输方式、认证、工具清单和权限策略；再在 IDE、CLI 或云端 Agent 中启用这些工具。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B5DC7-2997-48AB-889A-FBCD6031C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B1DC9-1875-4FC3-9BCA-491429B1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B5679-DF37-48CC-82F8-1155AAC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2A860-8365-40B3-BC7D-977FA02E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AI Coding 从“只读代码”升级为“连接研发系统”。对企业来说，MCP 是把 Agent 纳入现有研发平台的关键接口。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6CE71D-AB1C-4902-9F1D-6C12FF39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A75BD1-68EB-4D8E-BD12-057FA7A4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52DAA-589D-4E9B-94DB-8FC61D4E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D271-BE94-4DE7-8842-B89CE92A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第一批 MCP 不要贪多，优先接 Git、Issue、CI、知识库和内部查询 API；每个 MCP 都要有权限边界和审计记录。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37A83-EDF1-458E-9428-8D907C8C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529BC-B38C-478F-A750-B759C3DE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CAA14A-ECE3-476C-B4A7-D692AC33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Solo 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6FF23-0126-47EB-BD66-35B1DB13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6B7F08-F7C2-4538-9089-963B0F23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MCP 与工具协议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AC9EF1-ABC6-4198-BEE8-35F459A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C07474-B3FB-417A-A90D-EA8AD9CC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Slash Commands / Commands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B8850F-E4AC-4C51-A4B1-E8165E054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c3fbbd55963433f"/>
              </a:rPr>
              <a:t>码道：MCP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4c24fe5d8d4a79"/>
              </a:rPr>
              <a:t> · Claude MCP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41629be7d94a06"/>
              </a:rPr>
              <a:t> · Cursor MCP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A05DC2-63C6-448D-B9D1-10851266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35764-2E3E-4840-BB6E-CC86E3B4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f20d0594ec4168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FB98A-C2FE-4BD3-AE37-4FBF8658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86620543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91356-A343-4AAC-A290-19DDC484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93FFD-9C74-4A38-A280-AF47EC2C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5C3E9F-0E27-40B7-BFF9-9C0E279C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16. Slash Commands /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2132B-91A9-4A28-8BA7-5F5A470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Claude/Codex/Trae/Cursor 明确  ·  Qoder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7176D-FD6C-4098-9BAD-82FDC318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940C5-36D7-4A11-AB2C-72FA6FC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C3577-4D41-4BA5-8452-4CDD8F0C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命令是把常用动作做成快捷入口，例如计划、审查、压缩上下文、创建 Skill、调度任务或运行固定检查。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4C3ED2-25BD-4B9D-8C8D-1DD9EEA4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FE3FE-E847-4923-9478-9444B686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F14E1-FDFC-441C-A753-D31B3B7D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BC5E2-6FC8-4B85-9F87-24F1447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在聊天或 CLI 中输入 `/review`、`/plan`、`/compact`、`/schedule` 等命令；团队也可以创建项目命令，把仓库内流程标准化。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E53BF-8E7D-428C-B5A9-55B6A542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19834-A126-40A4-A0A2-AA01A521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26461-C52B-477B-A94E-6E715346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AE293-28FD-4455-94DA-39367097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降低学习成本，让团队成员使用同一套动作入口；也减少长提示词复制粘贴带来的偏差。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97D9C-2054-49CA-B7F0-FE6ABCE9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5AB08-BC48-4B9A-9EBD-0BF5A49B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496A3-5C04-4F6C-8D7D-D22490E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BB656-FB75-49A7-A37D-824EBCC0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为每个仓库准备 3-5 个命令：跑测试、PR 审查、安全检查、生成变更摘要、更新文档。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58B122-1909-4902-A257-4CB47398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911A8D-A691-4AF8-B937-37DA3001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E80E50-DEDF-4381-9BC4-F95E1E22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MCP 与工具协议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BC8EE-36FD-4A00-A8FA-4ED79902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EB498A-697E-40C8-AA1A-3CF078FD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Slash Commands / Commands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508ABB-2EC9-453D-82C0-BB04BC56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AC59C-644C-48FA-920E-B3260747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远程开发环境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26D2E-20BC-4E6A-AE16-6BB76E02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99ad1a94dd1462f"/>
              </a:rPr>
              <a:t>码道：Slash Commands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1eebe7f6cf4d15"/>
              </a:rPr>
              <a:t> · Claude Commands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a5610201df44a4b"/>
              </a:rPr>
              <a:t> · Codex Commands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03D902-DBE5-4F2C-A614-778BE8B2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B2145C-8917-44FB-A0E0-45947BB9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0971cecc13340f4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BC4C47-1BA0-48C7-B818-FD04A62D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925382045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1562B-D949-4D98-A7E1-1B2B4277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70A67-5DB1-40F7-AD96-68B218B0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8090A-9360-459E-B764-F0A6503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17. 远程开发环境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7AB3F7-29EA-4AAB-8B53-E272E0E0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Codex/Cursor/Qoder/Trae 明确  ·  Claude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B9D95-0155-46AE-A85B-6BD1205D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89ACD-AE45-4797-93FD-7B334300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7FF9F9-094A-4332-A5CB-380FF900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远程环境是 Agent 执行任务的运行底座，可以是云容器、远程 SSH、WSL、自托管 worker 或专门配置的开发镜像。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ED1F47-4A3E-4016-A3AD-6B428C48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612F2-00B9-4FB2-9A60-5E64D36E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4260A2-ED83-4688-B5A6-9066B5B3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5C066-912C-4C79-A5BE-9416C131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为任务配置依赖、系统包、网络策略、启动脚本、仓库访问和密钥注入；不同项目使用不同环境模板。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50B77-71FC-435C-9C1E-3A8C93CE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4FA5D-6115-4B5B-B7D1-A54EAAFFB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6D6923-AF0D-47E8-9BE9-BBCBEE8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CA101-9C4A-4DF9-A343-665D3856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保证结果可复现，避免“我本机能跑、云端跑不了”。对企业，环境也是安全、网络和合规边界。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BC5FD-0970-4EFD-B980-AC68C3E7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164FF2-943F-44F0-B46F-0D27A20F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4CA30-AF0B-467B-9F78-AED0AE65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CDC85A-06D7-4398-A867-109F9211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每个关键仓库维护 Agent 环境说明：安装命令、测试命令、允许网络、禁用路径、必要 secret 和缓存策略。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F9101-C751-44C2-AA4D-836ECA54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664506-287F-4FC5-A00A-3C49BEEB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9FAFB0-C07E-4DEC-A78B-E460C208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Slash Commands / Commands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DECD60-031F-41E3-BE80-EF3C4A9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A8999F-9292-4203-95D1-DEF1691E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远程开发环境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3DB81B-EAF7-4E0B-BAC2-4129DE77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F8962F-32B5-433E-A8E3-276B71B8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自动化、计划任务、Routines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43165E-EFBC-48F2-9975-1B41C24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7d55047d6e41f6"/>
              </a:rPr>
              <a:t>码道：IDE 智能体（近似远程环境）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4e0de5e96842ce"/>
              </a:rPr>
              <a:t> · Codex Cloud Environments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4735cae2dd54b74"/>
              </a:rPr>
              <a:t> · Cursor Cloud Setup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63B7B1-83AF-4736-B1BC-B4FF3565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30108C-A9E1-4817-A644-E80BA319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ca5aa65ec94be9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EB5F20-E335-448B-82E1-7D8785ED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8318987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B1525-963A-4485-8070-A3137223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AAF68-4ECE-4C1D-84EB-F1CA61D2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9273F-0B38-4299-884F-666F6B8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18. 自动化、计划任务、Routines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CEC1F5-EEBE-4DD6-A109-C1A8DCF5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Cursor/Qoder/Claude 明确  ·  Codex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2ED15-566A-4CE3-9A26-82FFABAF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205C9-B385-422B-9ABA-6AEF7C2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7146D-E605-4663-BE2A-3A547CEA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按时间或事件自动运行，例如 PR 创建、Slack 消息、cron 时间、依赖更新或安全扫描触发。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352E22-1D36-47FD-8AE0-F8536DD6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DDA62-4F7F-4CE5-9CBD-7DA91964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FD66A-F0AA-408A-8F5E-28A46F1E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229F2F-9827-441B-A4B0-BB01398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定义触发器、任务提示词、仓库范围、工具权限、输出渠道和失败处理。可用于每日摘要、夜间补测试、漏洞巡检。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C8A78-B434-4B9F-9746-E6412BA9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C6CA7-6174-48DC-8F13-BE5415E2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E271E-599F-4348-AC48-191604CD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25282-9E35-4B5F-823B-89581F5B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从“人想起来才用”变成稳定后台流程，提升持续审查和维护能力。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60A316-F49E-483A-8755-A985E6F6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E4DBD-8A22-4CCC-B476-FA2A589A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9499BF-0619-41B0-99CE-77C89E19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3867E-BAC6-4AF4-8251-A1ACF28D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自动任务的提示词要像交接单，写清范围、验收标准和失败时如何反馈；不要给定时任务无限权限。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02DBF6-0AAE-438D-964B-35DB3378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5C613-4AFA-41BB-870A-CADC7D9A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19DAA-0DB6-4D5D-B719-5B645284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远程开发环境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ABB4A7-CA27-4F38-8C1C-BD836AFE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011540-D64C-4601-A18A-F8E6CBE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自动化、计划任务、Routines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E301EA-FEBB-424A-A342-9C01C39C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84ECAB-10FF-4123-A8C6-6F84A64D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Spec-driven / PRD 驱动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3C2DD-65E0-4CA2-8B57-AF1DCD6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a5be933151483f"/>
              </a:rPr>
              <a:t>码道：Hooks 自动化（近似）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3af95d6b2c4df1"/>
              </a:rPr>
              <a:t> · Cursor Automations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a7b544f42c4005"/>
              </a:rPr>
              <a:t> · Qoder Scheduled Tasks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C79F60-D6B1-456A-B1DE-BEBEAD3C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FA50E4-6196-4860-A57A-11507F38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e9557949f04022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34FCD8-3404-4FAB-93DD-48E9DF31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359766470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4C6D76-058B-4154-A4D4-A88CA360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559EA-4020-495D-9BCD-E773296E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815E0-F71F-49ED-8562-6C5A64A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19. Spec-driven / PRD 驱动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14170-AF62-41A1-8AF3-A69ADAC9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Trae/Cursor/Codex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B424E9-7808-41E1-9323-322D30D7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0DD71-932F-4943-86AA-C4709A0F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617A3-2271-436C-8EB8-C9FD96D3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先澄清需求并生成结构化 Spec，再让 Agent 按设计方案、任务拆解和验收标准执行。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F7A46C-4026-40D2-A516-C9C2D0C5B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E830D-8D5B-4CB9-AE31-9D2A50F8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34581-7A1F-497F-9432-C1CC36C0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409A8-9CD1-4658-8FDF-57D5CE83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输入需求后先让 Agent 提问、生成 Spec、列出验收标准；人工确认后再 Build、Schedule 或进入 Goal 模式。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2203C-BE06-4A7F-B9FC-D84D8A0E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CDAA6-249A-4D2A-B1EC-EF52F648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829AD-D50E-4E29-8F90-62E84ADE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0D1E58-7F2B-416E-BA94-647C0662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减少需求理解偏差，适合中大型功能、跨模块修改、内部交付和需要审计决策的项目。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15A59E-2780-4B31-A013-55F8B58B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3E79E9-CEBB-4DC7-9BAC-B5B942C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7449B5-6D03-4FB1-B2F4-08B3032B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B1AAB-968E-470A-B040-D3427EBA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不要让 Agent 直接写复杂功能。先产出 Spec，确认范围、非目标、边界和验收标准。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FA496F-3952-484E-B7CB-97872507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F451A-E5BF-4A39-B36A-682274BD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39C475-9F9F-47FE-8943-3617AC1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自动化、计划任务、Routines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2E260-D9B1-478B-9AD5-1BDE0BF6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502E6-9C2D-4DC0-BD8C-7B785E7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Spec-driven / PRD 驱动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1E041A-5422-4475-97ED-670C01E9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3052C-CF99-49F4-801F-C82205AD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CI/CD 与非交互运行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54EEA1-0EC0-415E-9BA6-E8BCF941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a2d88400894260"/>
              </a:rPr>
              <a:t>码道：Spec-Driven 规范开发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6f50c10bac84515"/>
              </a:rPr>
              <a:t> · Qoder Spec-driven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2febb30959465a"/>
              </a:rPr>
              <a:t> · Trae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F9E9FA-3940-4BA2-81A2-D9EAE5C4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A2CE7-1054-4CA2-A3EF-F9A3A792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d37ea9568634c1b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811057-8BFA-489E-BB61-4EF9C608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037736535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9498F6-3008-4020-86CE-07C8A16E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5EB96-0A77-459D-B66E-CA6D8892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0C85FD-33AB-4C94-B16F-51CB0366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20. CI/CD 与非交互运行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F0CE9-776C-4408-A5F4-12AF08E2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Codex/Claude/Cursor/Qoder 明确  ·  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4A402-0A11-45B9-842D-5E58FCE2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3EFB8-889B-4782-9586-6183C887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6E56BC-AC13-4887-B037-A2196E41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在 CI、脚本、GitHub Actions、Cloud API 或后台任务中运行，不依赖人打开 IDE。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9B4EEB-4F24-4775-B444-EC9D019A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E4B90-A279-492D-9D7C-409143C9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51589-0475-4B5C-AF34-79A793A9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DC34B-18EF-4BF5-87ED-BE2BF60D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 headless CLI、exec、Cloud Agent API 或 Actions 触发审查、测试生成、安全扫描、变更摘要和自动修复。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ED8DC1-1EFA-4DB1-9B3A-C69F5879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E0684-08E4-4AFB-ADB4-466E3A50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B3BDA-9102-48DC-B4B9-FEBEA2CC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2A0223-38A3-4742-995B-229B9A0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能力嵌入研发流水线，形成可重复、可审计的自动化质量门禁。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B517F1-74D2-4654-9B37-C86F4909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9D19EE-4647-4527-8A63-3DC07855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0572F1-8BC5-4B21-A58A-B89C51C7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CE293-C628-4918-98B5-0AF4504F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非交互任务无法临时问人，必须预先定义权限、失败策略、输出格式和人工接管条件。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E0BE8-6E04-4234-8FFF-7DD758C5C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3572E-ECEF-44AE-8E8C-26246D5B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A972EF-1736-494C-B9D9-AEF7C7A4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Spec-driven / PRD 驱动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FA575-4077-4EC3-9A54-4EFB11FB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2506A-315D-42C5-8C33-27CC34D7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CI/CD 与非交互运行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6B910E-C276-4156-81EB-5EFCAF68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9C700-FFEB-4552-AA8C-03E966A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SDK、Headless 与 IDE 集成协议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C50F6-B85B-4651-A4DA-A5760C68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8154630daf9436b"/>
              </a:rPr>
              <a:t>码道：产品功能（未见 Headless）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b7720e889f45e9"/>
              </a:rPr>
              <a:t> · Codex Exec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0ca64542624e3e"/>
              </a:rPr>
              <a:t> · Claude GitHub Actions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36CE1-EDC1-4760-8C6E-692793CA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E98D0-E272-4928-AEF8-DA3D4E7C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c36d49ef854bf3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196DD8-3498-48C3-ABD3-82D35DE7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06807952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8B933-699B-4822-971D-795E5E2B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1649E-8C6A-404A-B1CE-77BB364B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任务编排与执行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B65AC9-25A7-41AA-89C1-BBEC37E8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21. SDK、Headless 与 IDE 集成协议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3E8CE-BB72-4556-A6DF-29375447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Claude/Cursor/Qoder 明确  ·  Codex 强相关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06492-0454-4891-8D2C-6060A81F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F1054-F32B-4EA3-AB2F-D30D0D8B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E77F0-4B17-4957-A69F-B2DAC955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Coding 能力嵌入自有平台、IDE、终端、后台服务或工作流，而不只依赖标准客户端界面。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82384-EA13-4124-87F9-24F8CF44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0B7BC-7974-4B0F-8240-9910742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1F13B-E3B7-462E-8EBD-80B057E1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CAA6C-0B35-49C9-A4F7-15178AEF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通过 Agent SDK、Headless CLI、Cloud Agent API、JetBrains/VS Code 扩展或企业平台集成，把任务创建、事件流和结果接入内部系统。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1CFE1-1696-4047-877A-35375650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75517-6356-45B6-A14F-C2EB7D4B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500868-9132-49C4-B101-4768EA5E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B09AC-7391-4E56-B58C-1AB77A30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平台团队可把 Agent 变成研发平台能力：统一权限、审计、成本、触发器和知识库，而不是每个人各用各的工具。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E8F36-ECAC-4F92-B654-95378BBF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F9586-7BE2-4866-BA4F-A59CC0EA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FE401-EE3F-415F-8AE4-660AC2BD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64547-FCCC-498A-841B-7649FDBF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先定义统一任务接口：输入、权限、环境、输出、状态、成本和审计字段，再接入具体产品 SDK/API。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74C105-512E-4079-91A2-261D3C03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39F8E-B9F3-4174-828F-4C2D85E4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C87B51-2F07-4AE9-A831-8F2F2332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CI/CD 与非交互运行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F4E40F-8633-42F5-B3AC-53BD428E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71A2EF-5CA3-4AB4-AEA9-32395BA0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SDK、Headless 与 IDE 集成协议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EB7B5-7577-475C-BE7E-C2BFE3DC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7facdaa9a1541d6"/>
              </a:rPr>
              <a:t>码道：IDE/插件能力（近似）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b6873d200147ff"/>
              </a:rPr>
              <a:t> · Claude Agent SDK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47ff3b51c340df"/>
              </a:rPr>
              <a:t> · Cursor Headless CLI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93C472-BA4D-483A-A307-2D33E9F8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4EDD3-FF58-449F-93E3-AD0CEF48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5e0d70b993a48b8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D7AF48-A954-4946-BBF6-1918E45E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68518294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B18B5A-DFF7-4328-963A-C9703D25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5727A-57DE-46CF-9BD5-E7ACEA6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28F9EC-75F4-4D88-9068-673904F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017ED-4A4A-47D6-8F43-774B2784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处理复杂任务时，用子代理、独立工作区、渠道和任务看板降低等待与上下文混乱。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FBC70-F129-46B5-924A-749EE75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80BC0-1D0B-49ED-9B07-7F2E7815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22 Sub Agent  ·  23 Worktree  ·  24 Channels  ·  25 Todo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F3E04-2735-42DF-9D48-91CA0C93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BEB7FB-CD93-4171-A5C8-1596D9B6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35E83-3767-4B71-99DE-49A5535B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B84F4-0174-4DDC-A16C-AE820E51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DB409-11F8-4196-BD42-C72BB852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db9b9401a7d44c1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5DAB2-A3A8-4B99-A4FE-9593F39E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36690787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5E986-A14F-417C-8810-AD87A8E3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BEE7D-2B74-48CF-93BC-7038D2AD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4FA642-491E-4146-9FC2-EF29C20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22. Sub Agent 与 Agent 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CA02C2-E561-4A48-B98E-76FF05EA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六家均有明确或强相关实践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4C183-90C9-46FF-9B2C-8BEB276B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32C23-6015-49D4-B5E6-948543C5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F91A72-6EF6-417A-8F98-9549F40A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把复杂任务委派给多个专业代理：安全审查、测试生成、架构分析、前端实现、文档整理等。每个子代理通常有自己的上下文、工具权限和角色说明。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EECF10-A9D5-416E-845F-3C7770A1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D6BEE-A2B9-4B45-96AE-FBD13F1C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5814F7-1524-4773-80F1-5F080B14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69102-38ED-4E38-A850-41316498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有 Subagents 和 Agent Teams；Codex 有 subagents/custom agents；Cursor 有内置与自定义 Subagents；Qoder Managed Agents 可由 coordinator 管理 child agents；Trae Subagents 用 Markdown 定义。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67E9D-7D01-4099-A4CF-FA2D6A54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37252-A606-4B2F-BA42-78E266D1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6BF073-983A-4635-BB3A-DFA07792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C0F8CD-E1D3-4DA1-9240-2766370D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并行提高吞吐，专业角色提升质量；尤其适合大仓库调研、安全审查、迁移评估、产品对比分析和多模块开发。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33FE5-552D-48F3-ADD7-65034CF4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D4F98-D809-4779-873B-7323BA5C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E08A56-A081-45EA-ACEA-4774C90E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84AA4-271F-42AF-A86E-58046E7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先建 5 个基础子代理：代码审查、安全审计、测试生成、文档抽取、架构分析。每个代理只给必要工具权限。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E7A3E-228B-4563-81BB-670551FB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B9B2F0-7DDA-4150-BFE0-591C39C65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BF42F3-BE6C-4FC5-A00D-C3367AD7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Sub Agent 与 Agent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F9400A-A3AD-47BA-A235-4BB39984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44F99E-E77A-4774-A68B-2EC1AD74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E7601-03B3-4080-9F15-1DE3D6A3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6b27a58960419a"/>
              </a:rPr>
              <a:t>码道：AgentTeam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3491995b474f37"/>
              </a:rPr>
              <a:t> · Claude Subagents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b0f66a8921d42b7"/>
              </a:rPr>
              <a:t> · Claude Agent Teams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2C7C3-5B1F-4A2F-8DAB-6A1DBAE9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D21D78-A0AB-4575-8369-3647ADB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4ee4c6ad044f77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E7C217-4F5F-4A6A-9186-E3F32A16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460694948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18063-D46B-4B47-8CA8-7F1712D5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AD81D-1E81-40BD-AECD-1643D7EE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AB964-CA26-485A-AECB-F6E80586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23. Worktree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0FA7A-4611-4D85-B2E0-78FF7181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Claude/Codex 明确  ·  Cursor/Qoder 相近  ·  Trae 未见同名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61DDE-9900-446B-8460-C57D8846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A2FEE-F928-456D-8985-FA889738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37DE0-3F7C-4B80-979A-B3E8A74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Git worktree 允许同一仓库同时打开多个工作目录，让多个 Agent 或多个任务互不覆盖文件变更。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E077-A3E1-4A46-A5E4-12280EFE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3A2A-F5EC-4F9D-B852-88729CBE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05072C-B943-4B60-901C-B9B7C353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784E0-3F19-4619-8FDD-45DC61D8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Code 支持 worktrees，并可与 subagents 组合；Codex 有 `/worktree`；Cursor Cloud Agents 通常在独立分支/远程环境工作；Qoder Cloud/Quest 也强调隔离执行。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8F267-EC9A-4AB4-ABC0-D762ECFC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5D64B-E90E-4D43-B112-296E1824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8735D-3CF6-4CE7-8ED3-5C344149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464A3-321D-44B7-82EB-924C7403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降低并行开发冲突，允许一个任务修 bug、另一个任务做重构；也是多 Agent 批量实验的安全边界。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EF0625-D773-422B-A216-A7F4B041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8EF624-3EF4-4A2A-8445-4FE12277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D21A9C-C723-4518-980F-23CBC921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057AE3-1D0F-4A3E-A58B-22709302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规定每个长任务独立 worktree/branch，PR 前统一 rebase、测试和审查，避免 Agent 互相覆盖。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034ADB-2A86-4AC0-AAE7-A38B4B27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AC1F7B-9E28-492B-802C-BAC5CE0D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C1E33E-6995-4B96-9239-DC66DD98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Sub Agent 与 Agent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01C99F-62E1-4459-B5A6-5CAECCB8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17CD9-C8CF-471C-B2C1-DAE04EA0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E0DD6-9EF7-46F0-B198-7BEC1481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687332-6A56-4A8B-9F67-8842438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Channels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12F21-F1AC-415E-9C7E-79526894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7865c4700b74cca"/>
              </a:rPr>
              <a:t>码道：多会话（不等同 Worktree）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130ef55ac484c6c"/>
              </a:rPr>
              <a:t> · Claude Worktrees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508b4ea0814a36"/>
              </a:rPr>
              <a:t> · Codex Worktrees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BD9DB0-A4F2-451C-8DD2-54C8B280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AFDDE0-9D38-4507-A4AF-DF78985B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9fbf604b814c22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DC4C64-B6C2-4ABC-87C9-33FF70F7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9533845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F22FEB-70CA-4CC1-BB93-F6935C04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8C6B4-AEC6-4483-8160-09EE3FBA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F61DA-CF41-4704-983B-797CE3A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24.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7A765-2AF1-4021-A873-592707AE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 明确  ·  Cursor/Claude/Codex 相近  ·  Trae 证据较弱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1D12EF-309E-4AE7-AC3E-7CFFC081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678B7-E6D6-4C9E-9659-5F720BB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3BF17-46F8-42C3-8853-C2A1199A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Agent 接入外部消息渠道或业务触发器，例如钉钉、飞书、企业微信、Slack、GitHub、Linear、CI 事件。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BD8FF-E353-488F-BAED-CBB41A7E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F571B-2E43-40C7-8F2F-91C9C91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3334B-75B2-48F1-A170-D97D50C8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36D76-81F0-4C20-A632-1700E949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 Forward Channels 明确支持 DingTalk、Feishu、WeCom、WeChat 绑定；Cursor Cloud Agents 可从 Slack/GitHub/Linear 等入口触发；Claude/Codex 通过 GitHub、CI、Slack 或云任务类集成。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33269-9290-4CB8-AD39-50D12EF0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BA9116-58EF-4389-ABEE-14F4B50D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1FEFE0-A775-4B1F-864F-C7CCBADD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54456-A6C9-41AE-B229-122B8C6B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成为团队协作流的一部分，而不是只在 IDE 里工作。适合故障提醒、PR 审查、日报、需求分发和自动化答疑。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ECDA34-EF9D-40F6-A4B7-87904DF2B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1CA23-0EBA-4455-8284-C34EBA6E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8BE24-8BAF-40C6-A206-56C892C4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C24F90-53E9-4B25-9654-154D98F9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先接“只读提醒渠道”，再接“生成建议”，最后才允许 Agent 自动执行变更；每个 channel 要绑定身份和审计日志。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243D4-D100-4E48-A0CC-84933B08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3CE89C-6CB3-4600-8453-442A710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5CC5E4-2B36-4785-A47D-10AD9D3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Worktree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FF2736-D29F-4E67-B839-F7AAC3DC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A0234-EA68-4511-B24D-0BB02DC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Channels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1B0333-62E5-4C48-BF66-144268F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8D3E94-D4DD-493D-9D16-ADD880D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Todo / 任务清单与进度可视化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7A15E6-3DFB-41E1-B0CA-0C0B101D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15930030b540dd"/>
              </a:rPr>
              <a:t>码道：MCP 集成（近似 Channels）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bb87bf42c34042"/>
              </a:rPr>
              <a:t> · Qoder Forward Mode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a936ef1bff4358"/>
              </a:rPr>
              <a:t> · Qoder Channels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41A82-5CC2-494D-860E-2EC308F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6B805-C414-48C8-A502-9BD33F8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f836a7a6e94d54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B78FB1-0D87-42BC-9444-7B0314B30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8019404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51AC7B-40C5-47B5-A207-0B730715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60685-C557-4C98-93F3-F29FADF7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多代理与团队协作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09891-1C1E-4211-97B3-F97E5619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25. Todo / 任务清单与进度可视化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1C123C-4002-40D7-AD93-931AB3E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Claude/Qoder/Cursor 明确或强相关  ·  Codex/Trae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815EB-2B05-494F-952B-C0F2ECEB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E0E2-C077-4A90-BE1A-D02C9D72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7CA3D-8CD6-4EE4-BBE1-9B58C7A7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把复杂任务拆成可见步骤，让人能看到 Agent 正在做什么、卡在哪里、完成了哪些检查。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A34FC-3535-43B6-86FE-E92F9EA4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A55B9-73C3-4CEE-8F14-93F0BCA8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6A3D9-A0E1-4E5C-BA66-942B1A14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3CBCE-ECA2-4327-B9ED-8A96A75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长任务开始时生成 todo；执行中更新状态；遇到需要人工输入时明确标记；结束时把完成项和未完成项汇总。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7A493-1429-4526-AE98-124643D2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7BD5A-FB66-4A45-AC06-1E3D9A6A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1820B-FA1C-4386-929A-C289C9C4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37061-77B0-48AC-A82D-DCC3D8B1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提升透明度和信任感，减少“Agent 忙了很久但不知道做了什么”的问题。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27ACA-A638-4E59-8065-FBB2E7FE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6C9A4-B62A-4A8D-92E8-462B104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6EC707-C812-4AF7-B279-2B98E2CA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F644C-D0B4-476A-8891-C92C77C1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要求每个长任务都输出任务清单，审查时先看清单是否覆盖需求，再看代码结果。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8C812-C69A-4C2B-8291-1601A69D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785D0-6CB4-4095-A644-7B507E66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565AE-41D6-446C-B826-04F808AB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Channels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D0882-C0A9-4C03-BAAD-DA9FC00F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CE3B2-31A3-448A-A358-63CE7AE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Todo / 任务清单与进度可视化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ECE255-D74E-41D5-9ABB-35DF2B8A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0a994f7763244f6"/>
              </a:rPr>
              <a:t>码道：任务清单与进度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6d1f632b62455b"/>
              </a:rPr>
              <a:t> · Claude Todo Lists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b463d25745a49ed"/>
              </a:rPr>
              <a:t> · Qoder Quest Board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A6D5D7-7E0A-43F2-ACF2-69D3091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70B449-C2D5-401D-BB81-62742086C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a0e7e230cc4417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D85451-BF85-44C9-82E4-5AE1482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5084313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DB993D-1B58-4448-9FA2-759326F0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324DA-2458-40FD-99DF-E5A96C12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B365BA-E8A2-4FE3-B6B9-CFA2571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6EF2C0-3974-4DE7-A8E2-72C5033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让自动化可控、可审计、可试点评估，避免凭证、权限、成本和隐私风险失控。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24E38-F16F-403A-AC2F-098F81F0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1F4CB-7B76-4E26-8863-38954D5F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26 Hook  ·  27 安全审核  ·  28 计费  ·  29 管理配置  ·  30 OpenSec  ·  31 权限沙箱  ·  32 Secrets  ·  33 数据治理  ·  34 用量成本  ·  35 审计追踪  ·  36 模型路由  ·  37 Prompt Caching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3E88-57F5-4E17-B685-7C1181633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094D7-A4D5-49F9-AF41-8EBE5E48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FCADA7-2295-4705-B4B7-10A6095D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0B103-7D7A-4608-B729-F869ED0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36810-84F7-4D3D-B92C-D634F02D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5cda9b6778437d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49967-BF0B-43B9-9E88-0A5763ABF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662266386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47958E-CB9C-4E22-94FF-A42DFC42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04B61-5720-47AE-BAB9-19B8C6FE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9D3E2-0028-4092-B639-B9C6F521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26. Hook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5ACAA-51E1-4A7A-A772-4D045B9A0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六家均有明确或近似实践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1AEFD-4F65-42A0-A322-C7EBCF82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D99AC-075A-4308-AC1C-D3723DCA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FC610-2A84-498E-93E7-D4189F9F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Agent 生命周期的关键节点自动运行命令或策略，例如提交前格式化、工具调用前安全检查、会话开始注入上下文、工具调用后记录审计日志。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C66C1-D91C-4ACA-A5D8-8290419C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18520D-CA4F-42DA-9891-1E112DC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362F2-8F7C-4AE3-AD01-52F4319B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E9653-38F2-4961-A6F4-46415977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Claude、Cursor、Trae、Codex 都有生命周期 Hook；Qoder CLI 也支持工作流和 Hook 类能力。常见节点包括 PreToolUse、PostToolUse、SessionStart、Stop 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50967-CC51-4FE3-BC91-3753730D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FB59D-9056-451A-B95D-77E99200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C686E-9CDA-436E-BD38-8E8392BF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85B1B-3BA0-4A15-AAB4-15D35116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把“希望 Agent 记得做”变成确定性机制，适合强制测试、禁止触碰敏感路径、密钥扫描、产出日志和统一质量门禁。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AF9519-E756-4BDC-B749-78BBDE28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BE9C4-BF6B-40B5-A53E-E9B8967F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8E5EE3-8D07-417B-9A86-EC5B832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90DA5-31D0-4A24-9011-DE36D940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最先配置 4 个 Hook：密钥扫描、格式化、禁止删除生产配置、变更摘要归档。Hook 失败时要能给 Agent 返回可修复原因。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FEDF1-A8A0-4B14-B2ED-B8943C36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5E409-9E49-4962-B93F-E89D7B9F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AD3EE-59BA-4F95-80F8-C97D689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6CB5D2-39D4-452F-97DB-5C23AC57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5F98F3-088E-4ECF-9398-64F88918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安全审核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C711D-938F-41A9-8749-9114C37A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89f8da1116f4db9"/>
              </a:rPr>
              <a:t>码道：Hooks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a82e9eda4594f0e"/>
              </a:rPr>
              <a:t> · Claude Hooks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ec988fd6f9649b0"/>
              </a:rPr>
              <a:t> · Cursor Hooks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A8A9E-6E5B-4036-80D3-3EE4AD18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5CF76-9DEC-4492-82B5-063FA41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11c754dc9d54bc5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9FA99-1C23-4BAA-8D15-7879A0B8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8822220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3A4314-B730-4E5D-AAAB-79995C29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DAA53-40AB-4CF8-90AF-C92A9258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7D5709-6553-4915-A690-EFFA3F49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27. 安全审核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14E46-B53D-4652-B6B1-4A14B8DE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Codex/Cursor/Claude 明确  ·  Qoder/Trae 治理相近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E5505-BDD4-44A2-AF5D-53C1E9E3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25723-DFD7-482D-8565-C351D600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45F5D7-FBCA-461A-A357-C08C309F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 AI 审查代码、依赖、权限、配置和数据流，发现漏洞、风险路径和错误修复。它不是替代 SAST，而是补充语义理解、验证和修复建议。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D70B5-FF54-43E1-8D74-2974A93B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18CFF-A052-4FE9-9C71-EF8F4BD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9ABB5-42D6-425B-B3DC-5E1FA991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0197EE-55B4-41AE-8AF5-62A23E74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 Security 做仓库扫描和威胁模型；Cursor Bugbot 进行 PR 安全/质量审查；Claude 有 security-guidance 插件和 auto mode 安全边界；Trae/Qoder 通过权限、隐私、Hook、企业治理降低风险。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F8629-BFC6-448D-86AC-E7F1EF68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2D2DE-8BB7-46C8-8CB1-3AD682BA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66A51-E803-4DF8-BAC5-74D54265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0B167-4185-4177-A925-48025920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减少安全审查排队，把风险前移到 PR 和开发阶段；对 SA 团队，也能沉淀威胁模型和安全基线。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84941F-29F8-4723-91E6-B9EA079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A9A05-793E-414C-A261-BF1DC9D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65949A-4321-4F56-824F-3B530A50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C1E4D-4177-4AC6-8A6B-EBE5854A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安全审核要有“证据位置、攻击路径、影响范围、可验证修复”四要素；不要只接受“可能有安全问题”的泛化结论。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FA7D48-85A5-4B08-9D14-450F3CC2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CB4C3C-5796-4BF5-B407-1BA04B35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77948-C3BF-4A6C-8F53-B8EEFF3D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2DF764-2F5A-4EE2-8BD1-217E50737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D06A3-65CF-4EE5-83E3-BFE171E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安全审核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CD628E-B6F0-4C67-BF88-DDAB7740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8798E-46AC-434E-9F43-42430226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企业版、专业版、计费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3F627C-5753-4434-80C7-F3A982F5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ef00855a76842d1"/>
              </a:rPr>
              <a:t>码道：沙箱与风险拦截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3ccfb6f3bae4f3e"/>
              </a:rPr>
              <a:t> · Codex Security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7adfd7d12af4a70"/>
              </a:rPr>
              <a:t> · Cursor Bugbot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099D22-4EFC-4F31-9855-583EB6D7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32AD63-D415-421E-AC08-8B767A59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05573ca24c4239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EE8206-E731-4CEB-9415-3F8017BF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242118232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5AB1D-969A-4267-BA67-C827D4C7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39CD66-8802-490A-AC8F-62340414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6EDFA-3FED-4B0D-B5D2-20BEE546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28. 企业版、专业版、计费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FB7315-9C9C-4B95-BBF9-E2B842EA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六家均有官方计费或计划页面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FB371-8235-420C-BEE5-013003BB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7DBB5-5089-4996-AA1D-A042C810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6E80F-8568-46C8-AAA2-FC2C5C11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AI Coding 的成本通常由席位、模型用量、云端 Agent、企业治理能力和额外 credits 组成。不同产品对“Pro/Team/Enterprise”的权益划分差异很大。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3DC0B-E5E4-4399-8A6D-14CF3505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EBF5A-B51F-4557-8052-9701D3ED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81D846-F151-470B-9C01-8F5D3749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064C5-C442-4B26-9C4E-BD73660C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试点前用 3 个维度评估：高频个人开发、团队协作治理、云端自动化。Cursor/Qoder 官网给出清晰套餐档位；Codex 随 ChatGPT/Codex 计划和 API 计费；Trae 有 Free/Lite/Pro/Pro+/Ultra；Claude 以官方计划与 Code 功能可用性为准。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09426-722F-4096-9D19-49A544D5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FC7A1-A9EB-45C4-B154-F53C16E9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F644F-9673-45A9-8D12-1BD14BBC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A98E9-BF73-4F7E-AFD0-71578B5D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避免只看单席价格。真正成本取决于是否启用 cloud agent、长上下文、并行 subagent、审查自动化和企业审计。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E88FB-9E96-4A8D-AC9C-15C45755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9854FC-04F6-49BD-886D-A8B86FC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794CC-E688-4F89-A3EC-EEB48BD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803083-35E3-4087-83DD-C28EAB1C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先按角色分层：核心研发给高配，普通成员给基础 IDE 辅助，安全/平台团队给云端审查和治理能力；每月复盘 credits 消耗。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76A4B-9E10-4FD1-AC8D-CA689AE0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8637FC-31AD-4F07-9D9E-5B732D83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17FB9D-CD53-4162-91E3-101D4D82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安全审核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4F749E-BDCC-4035-B190-B8FCC29A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013131-F4D7-40F2-931E-B24F0094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企业版、专业版、计费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E45094-EF44-41AD-BD6C-4543D860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D9DDA-8BD8-4A57-BB31-FE309B0C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管理配置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2F0B2C-B4A2-423B-8B52-BA545D01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b6d5a3481b74060"/>
              </a:rPr>
              <a:t>码道：版本与定价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e42e3a324144bc"/>
              </a:rPr>
              <a:t> · Codex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c5f484a5784396"/>
              </a:rPr>
              <a:t> · Cursor Pricing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F8804B-275D-4E90-85E0-95C7AD08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585B84-5A06-4BB6-A066-6B1C2E7A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25135e402944ce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341F78-9B92-42FC-ADE4-A73E615A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767390405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CAB1F-EF82-4E28-A168-97673918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6B836C-F5D8-46BF-86C9-E1DA8156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407A3-D473-41A2-B157-CE830ABC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29. 管理配置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5DBE4-46C4-46FA-B168-0EC04785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六家均有相关配置能力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23AA9-0EC3-4ED3-90A8-191B3BA2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EBB49-3C4D-476A-8407-39B3C016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B05136-A2AD-4205-AB3E-A7BAB84F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把模型、权限、沙箱、网络、Hook、规则、记忆、团队策略、隐私和审计统一配置。个人配置解决效率，企业配置解决治理。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A30A7E-F3D6-413E-AF9D-76A7FE75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A729E-6701-48F2-946E-9BE400B03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100D0-6AC0-46C3-A160-44810A54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56330-6D6B-41B0-80B6-DC66906A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 通过 `config.toml`、项目 `.codex/config.toml` 和 feature flags；Claude 有 settings 与 auto mode；Cursor 有 Dashboard、Rules、Hooks；Qoder 有企业 admin console；Trae 有 Settings、Rules &amp; Memories、Hooks。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857CD7-7719-4E92-9A5A-CE521AFB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913CE-DB8A-4A0B-A894-6EE52BDA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D67D76-2A65-4623-9636-EB8DC2EC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72C968-3C5F-43A2-A755-BEE15126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降低工具使用的随机性，确保 Agent 行为可预期、可审计、可复制，是团队规模化使用 AI Coding 的前提。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A38E3-AD58-467C-9A92-E896E1E1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375DF9-E45E-4FFE-ABAB-D5D5EBE5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4294D-1E80-4EDB-8272-D0F60BCD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C007B-8FAE-44B4-9BD6-66340F59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把配置分三层：个人偏好、仓库规则、企业强制策略。强制策略不要交给个人手动复制。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58571C-A3A4-4837-987B-89153C4E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EB7B26-C265-44DF-8377-215AC92D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DCBF2C-F6AA-4DBD-B2E5-BA7E1386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企业版、专业版、计费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95B77-F306-4F66-9AE0-049C0FD2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D53F27-8F70-4D1A-BF90-383553E4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管理配置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98DC9A-25DD-4CEB-A3A8-4F4560D4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B673C7-4AB7-4E30-952C-492ACFD2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OpenSec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D10C0-BDA2-44D2-99C8-EB92D992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ec1c19b9254106"/>
              </a:rPr>
              <a:t>码道：专业版治理配置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20f5d7ef3a4411"/>
              </a:rPr>
              <a:t> · Codex Config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05f3b41772458f"/>
              </a:rPr>
              <a:t> · Cursor Rules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44A960-0E18-40E0-9695-364F0C1B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E39627-EC88-4496-BEB4-90EC8222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852a6bae18b4ea0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973DDB-A9E5-4763-A709-A275739A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212345951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EB401-2CB0-4486-B6A3-F2CE841B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85451-D57E-478A-AA93-9E386630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8A95A-F8C9-475A-AC83-646FF652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30. OpenSec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7875C-7579-4078-A502-BD2B99A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未发现六家官网同名能力  ·  可按开放安全实践落地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55D757-4A0B-4DED-9444-DBDAA0DA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9ECD5-46B8-4FC5-A4A5-5B730675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F3B93-3E17-42B3-8465-0DFB1136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在本轮官网材料中，没有发现 Claude、Qoder、Codex、Cursor、Trae 将“OpenSec”作为统一产品能力。更稳妥的解释是开放安全实践：可审计规则、可复现扫描、开放格式发现、可追踪修复。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30A89-62BA-4D8D-BE12-DDFB33F7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A69320-C312-4DBB-B2CD-A4B23BE0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96BE78-2C5E-4722-BA67-7C0B542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B6F36-F96F-46F7-97DB-BEFCEA71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 Codex Security/Cursor Bugbot/Claude security guidance 产出结构化 finding；用 Hook 接入 Semgrep、SAST、依赖扫描；用 AGENTS.md 记录安全标准；用 PR 评论或 SARIF 打通流水线。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14477-E16C-487A-A401-285CF941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4A05B-3742-4C07-857C-236F80D8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AA72E-62EC-408A-9D41-6E3BDEBF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EEEC1-4745-4DB9-AFCC-E166D156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避免安全能力被锁在单一工具里，让发现、验证、修复、审计能进入企业现有安全流程。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6F888-AE6D-42EE-A290-7A62B1A0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F9028-7C42-4E9A-A0F4-9F1392F7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ACEE4-8FB9-44E5-87BA-F4CDBB1B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791046-CE0C-4D1A-B244-903C41BE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OpenSec 定义为内部规范：输入支持 SARIF/CVE/GHSA，输出必须包含风险等级、证据、复现、修复建议和负责人。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34FEE-8B51-49DC-86BE-C7FAF613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6EC9E9-8615-4456-A1D7-54E0B194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7A174-C671-4DD4-A58F-AC9062CA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管理配置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92CA5-E604-4762-B607-CC5BACB2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FF5FC0-7166-4647-9A10-374F9D50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OpenSec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A25133-B156-4FD6-9D3F-217C8F79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FC2BFE-5C07-4438-88F6-8038919A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权限、审批与沙箱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D512E-066B-4282-9396-AC7AF94E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2181647e51e4eda"/>
              </a:rPr>
              <a:t>码道：沙箱安全（近似 OpenSec）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c7af6bbbf4463e"/>
              </a:rPr>
              <a:t> · Codex Security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99ad762477547af"/>
              </a:rPr>
              <a:t> · Cursor Bugbot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336930-0967-4775-81D8-E74C0D1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63C717-634A-44AA-9EDA-F38E6F65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14ba99ebd544336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EF1945-66A2-4822-A948-06A03B10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595344780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3F1EB0-12E8-4E29-8B6E-77992E7C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91EA6-540E-4B8C-B5A5-D178741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73E47-CC44-4DE2-A5DE-0F5D3BC5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31. 权限、审批与沙箱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D2FF1-098D-4550-AB2A-BE974EC9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六家均有明确或强相关实践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2BFEE-70E2-469D-99E4-4E3DE4CA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72395-4B09-41F0-B7F3-D333B8BF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2DBD4-C633-4033-9585-0831B66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权限和沙箱决定 Agent 可以读写哪些文件、运行哪些命令、访问哪些网络，以及什么时候必须暂停等待人工确认。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65FD0-14E5-47C7-81BD-20ECA378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4EE0F-3D3F-44D9-A1D0-7835D6E9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F5FD6-D47A-4D9C-87BD-732D353E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A71B6-4F06-482D-939C-C7D60B6C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为 Shell、文件读写、MCP 工具、网络和凭证设置 allow/ask/deny；危险命令进入沙箱，必要时触发审批或权限提升。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D3EE7-F0D7-4FC7-AE21-FF486396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D1564-B6E0-464B-84A0-25D910EB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0CA70-6F7A-405D-A51C-8D9973BE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4DCA5-F6D9-4301-BE9E-10E5F4DA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自动化变成可控流程。没有权限边界，自动化越强，误删、泄露、越权和供应链风险越高。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F7D2A-FF5E-4A7B-9383-ECD60378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F9EDF-BA81-4E31-ACB3-EBA83326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03E94-EE88-4935-8D50-96B34883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FC31B-5738-4D5F-9286-46F9DCF9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默认最小权限；生产配置、密钥、删除命令、外发消息、付费动作必须人工确认；审批记录要能追溯。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053B05-F298-4C63-AA8C-48776CF6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4D652-84FD-424B-BA3D-822F43D6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0E7507-4061-4858-ACAD-08AED535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OpenSec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4A7CED-83B5-4D3E-895B-7645D5A7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FDBEFD-C653-4EF3-A51C-654C72E1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权限、审批与沙箱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883D8-A8E8-42F3-A027-DC846E9F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B0AA4-91C4-4D0B-BEBC-71C06E4F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Secrets / Vault / 凭证注入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146B1-9DE1-4ECF-8C60-78BE3BE5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b8c38721db43ce"/>
              </a:rPr>
              <a:t>码道：权限审批与沙箱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e4f6b81f66848d8"/>
              </a:rPr>
              <a:t> · Claude Permissions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6780e5150de4201"/>
              </a:rPr>
              <a:t> · Codex Approvals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71617A-E5D0-4E2F-AA6F-745D2376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D5067-95A1-4B8F-9F2D-F720DF3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f4e19e25234ec2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06BC5-C0E4-4F35-9345-0053B71C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293923403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28A921-DDDE-463D-AD46-43D8DC7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D40B1-F85B-471F-BA89-07F20BA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CF27A-A224-427A-9867-0BC1AE07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32. Secrets / Vault / 凭证注入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4282A-A2A1-4287-A251-E73F2E49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Qoder/Cursor/Codex 明确  ·  其他工具相近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8265EE-5736-4CA9-ABB4-5E68755E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19397-9A37-4ECB-885E-36355760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ABF08-7B3F-4131-A4DA-09514FC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安全保存并按需注入访问 GitHub、Jira、数据库、MCP、云资源的凭证，避免把 token 写入代码或聊天。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7845F-E1F6-4D64-91EA-1CB7E028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8BC8C-5383-4BAD-B63A-6CFB30AB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30B578-C11D-4704-80A2-40120430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3750E-6B5A-4D96-8778-F2E68C26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Vault、Cloud setup 或环境配置中保存凭证；会话启动时按授权注入，输出和日志不返回明文 secret。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917A2-A72A-4B72-929D-C70B7A9C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F92C5-FFFE-4E9A-9485-C29C3F7D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77A682-F551-4CD3-82FC-A326874B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98360-45A4-4C5A-9CF1-383F1278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支撑云端 Agent 和自动化任务访问企业系统，同时降低凭证泄露和误提交风险。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EFBCC6-AEE7-449C-BAF4-D9A54B4A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52A4F-247A-4000-81ED-0BCEE420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766C6-2111-462C-B0FC-788A923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86AC2-4E5B-44E3-B3DE-D9C5BC53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培训时明确：不要把密钥贴进提示词；使用短期 token、最小权限、轮换策略和 secret 扫描。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2A445-C198-4B15-927D-DA879E3A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901585-5862-48E8-B4ED-538BCCC0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A64BAD-06E6-4D56-8B45-AB4DC32F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权限、审批与沙箱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9E871-B08A-4C38-A35F-26C06857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1ABB7-35AF-48D5-9BF9-3CCE498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Secrets / Vault / 凭证注入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4957F5-6D3E-4839-9C8C-5E674AA0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1D614-23B6-4A9A-9034-08FB4496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隐私、数据治理与合规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C8852C-6F37-4031-9B4E-54AA4E56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57cbefff5a04937"/>
              </a:rPr>
              <a:t>码道：敏感目录隔离（近似 Secrets）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14ae06a36aa4c83"/>
              </a:rPr>
              <a:t> · Qoder Vaults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72a86d28c04843"/>
              </a:rPr>
              <a:t> · Cursor Secrets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9051EF-8F8F-4477-B207-61432CBD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F41193-C4ED-4DB6-9589-F45ECA8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f687adb1314060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B3264E-78F1-4638-A990-607AE6A0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49370916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678EC6-1F82-4A69-8FB5-4F0C7176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DD148-3F05-4779-9359-30A6C3FB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6BCCFF-4D8C-455E-A94F-386C2D1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33. 隐私、数据治理与合规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25FFF-35C4-457F-8A14-19DDC81A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Cursor/Trae/Qoder 明确  ·  Claude/Codex 企业能力相近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BCB66-0409-4B1B-B579-AD123C7C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9D723B-7FE5-48A7-BB94-5D1F142A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E9FEF-8E63-414F-A74A-700E66AC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说明代码、提示词、索引、云端仓库副本、模型请求和日志如何处理、存储、训练、删除和审计。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BD48C-E566-4C12-8CC1-69F4714A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46FE6-6486-485A-A912-05896055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3DD17-C70E-43F1-A652-DB327957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C386F-F598-4C25-9214-18618094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开启 Privacy Mode，配置企业策略、模型访问、数据驻留、SSO、审计日志和云端 Agent 使用边界。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9D64F1-441C-451A-B2EC-B7CB5955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E05A86-B699-4304-BF19-26CB1AD9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173941-F87F-4030-9DA7-16536485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8D4E1-6C55-42B4-BBA6-E1869483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AI Coding 能通过企业安全评审。没有数据治理，工具很难进入核心研发流程或受控环境。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BADF7-3D0C-4393-BE11-3D18523B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E0B72-89F9-4690-AF80-E2449CB8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3E1597-A609-4EBE-87E6-FEF228C6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CF7C3-BC65-47D5-A7AF-2C170A17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把数据流画清楚：本地索引、模型请求、云端执行、日志、截图、代码副本分别去哪里、保存多久。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4D26C9-278E-4359-8821-09D8A79E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9E9C48-1AE8-4C1A-943B-4A9A8DAD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50D4E9-BC78-4FF9-8FDC-9DAE0A01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Secrets / Vault / 凭证注入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3312E-6175-480B-A6AB-80B4BB8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3CC67D-E872-4C4A-BADD-1B48E7A0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隐私、数据治理与合规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ADCE1-56DE-4ABA-AC81-70800B21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388156-3E83-4258-9624-DFD24F1B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用量分析、成本追踪、AI 代码占比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0995F2-4919-45A0-96A0-61061878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a6e6c1f2e04e2e"/>
              </a:rPr>
              <a:t>码道：专业版安全治理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b3efbbec53f4735"/>
              </a:rPr>
              <a:t> · Cursor Governance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294c499a954544"/>
              </a:rPr>
              <a:t> · Trae Privacy Mode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912BF0-E8CA-4341-908C-DB936D09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B23427-9F83-4184-A88F-54E6BB85E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69e13622074aec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FF088D-137F-43FA-A46A-6BC7ECFF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030798162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8F6D30-2A0A-4AB6-B739-EDC6E4B2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A5332-E320-4225-A3DF-081F42C6D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76F56-A0E3-4586-B8DF-5A6D5A50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34. 用量分析、成本追踪、AI 代码占比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A8896A-277A-4CBD-85F2-4D6B6689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Cursor/Qoder/Claude 明确  ·  Codex 计费相近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28FF3-2F81-4756-8E6B-8B6ECE1C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AD928-4E6B-468C-91A3-8E3F87F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F3F9A-CD82-4221-85D7-8C5650E4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衡量团队使用 AI Coding 的频率、成本、模型消耗、AI 生成代码保留率和组织采用情况。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429EE-452C-403A-A572-475D34A4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278DB-8C72-422E-B876-A753F296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D7FFD-D765-4A35-87B3-39A8289E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868BE-DEB8-4D56-9AF1-75FB4F4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通过 Dashboard、API 或 SDK cost tracking 看每个团队、仓库、模型和任务类型的消耗与产出。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DCE90-0A3C-4623-BA53-3F3EEB0C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FDE56-40BA-40CA-B981-35422289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BFAC3-A34F-4605-9805-9B1864C8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C8EF0-0215-4FD4-91D6-D355A07D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帮助管理者识别高价值流程和浪费点，避免只看“调用次数”，而忽略有效代码、返工减少和审查质量。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F27FD-812B-468F-995D-0E23C73E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23D9B8-BAF0-4208-8A14-AF3562C6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46177B-47B6-4CDC-8FF9-75B1A8D4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006D4A-2BEA-47C1-8F43-B856EF01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每月复盘三项：AI 代码保留率、自动审查发现质量、单位任务成本。不要把“AI 占比”当作唯一目标。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7C3E4-3F60-4F98-B2C7-5BDFD17D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8BB40-C0F4-43C9-9675-27F461EE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5687E-B9A0-4D72-84E7-9CD2C9EA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隐私、数据治理与合规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04082-6935-4E58-809C-E9357E40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D89BC2-E344-44BD-B38F-584E58CB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73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用量分析、成本追踪、AI 代码占比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E1967-62A3-4A42-9C72-ECB664A9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4E4460-D6C9-47F7-BBEC-27A828DB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可观测性、审计日志与追踪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37F53D-735A-440C-A1FC-D6DEFEA4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393ddc9faf468a"/>
              </a:rPr>
              <a:t>码道：用量与配额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bbe7d1177194039"/>
              </a:rPr>
              <a:t> · Cursor Analytics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60204479fd4608"/>
              </a:rPr>
              <a:t> · Qoder Analytics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B0971F-953B-4C3A-B2C8-4D9F1E62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A774A-8621-430D-B801-CFF2C0B8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698820ebcd4c05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3C1C6-BB98-40B7-A59F-60ED76C4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167660867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6ABF4-6D7C-4FAB-86AC-4E9F3CC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E96D1-C061-4760-ADA3-D482A48E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A2B94-D742-45F8-BB7B-B5A3A855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35. 可观测性、审计日志与追踪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DF1B3-711D-4778-A237-8DB041BF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Claude/Qoder/Cursor 明确  ·  其他工具相近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EEADF-B2B3-4532-A8D6-0D59682F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47E77-942E-4F5E-9642-AE8A6A51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857DD-7EBD-420F-B2FA-B24233C1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记录 Agent 调用了哪些工具、为什么暂停、谁批准、生成了什么、成本是多少，以及最终结果如何。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E36EB-EE51-423A-9434-59C8DEFE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D9C37-56E0-4397-BD3F-78124349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117EDA-C1DB-4D9B-BF52-3F51067B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233D55-AA81-408B-A004-20BF175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启用审计日志、事件流、使用分析、成本追踪和任务记录；把关键自动化行为输出到团队审计系统。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23087-7298-4EDF-A7B1-962096ED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DD9D8-B1E6-42F2-84D3-73C32B66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DCC6D-7F1B-4A80-A9A9-884330C5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07EC8-9B28-4C33-9665-3B90A4B3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没有可观测性，就无法解释失败、复盘风险、控制成本，也难以满足企业合规。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CE7E8E-B4F5-4433-B8F9-3860ADBE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94D254-27E7-461A-AF14-2137104B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7B0971-FD09-4EAF-A147-C154DCAC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1F0E04-8387-473B-BCE1-D217AE7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自动化任务至少记录：触发来源、工具调用、审批人、变更文件、测试结果、输出链接和成本。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AA90A-5D66-4555-AE27-B285D70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BDE07-952E-4E9E-91A8-3E78DFA0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92DFA-825E-44A5-A2E6-D8A34499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896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用量分析、成本追踪、AI 代码占比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8F1C1-ABE0-41EB-9E7E-66233BED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57C6E-2F4B-466F-89DD-2D1BD81F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可观测性、审计日志与追踪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59468-B580-4B06-B183-B06182F2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6DD38C-359E-49DF-AEC6-C3E1F9B4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模型选择、BYOK 与模型路由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6A71B-870B-4746-BB81-24236713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55eb31a5e644cec"/>
              </a:rPr>
              <a:t>码道：专业版操作日志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5da30708084cdb"/>
              </a:rPr>
              <a:t> · Claude Observability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b29a44b0e64ec9"/>
              </a:rPr>
              <a:t> · Qoder Audit Log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08DDA-DFDD-4639-ACEF-A6627A29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E8FAD3-BE73-4526-A733-4A740847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4890f350f9a450d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74CE62-4C4B-4278-8608-62E9817A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84614056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3B0E8C-5542-4308-89B5-7ECFE78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E13BAA-66F0-45B7-A07A-945612E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0ECB2-446C-411A-AFA2-3C7D3A67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36. 模型选择、BYOK 与模型路由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D6EB5-8EAB-4B75-B335-905EC54D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Codex/Cursor/Claude/Trae 明确  ·  Qoder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ECF74-5D37-41F3-81D3-692FD24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43C6C-5814-40B4-B0C6-7AA78DFF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9B4B3-94FF-4915-9FD9-384D3425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根据任务难度、速度、成本、上下文长度、隐私和企业策略选择模型，或接入自己的 API key。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33B7A-BE3E-48F3-BEB8-D1ACAE18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F4910-8363-4183-A644-87F9A0AC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BD2F5-2727-49DE-A55F-33772E94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80A9D-B0A9-46FB-B780-AA504CFA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简单补全用快模型，复杂架构和安全审查用高推理模型；企业设置模型白名单、路由策略和用量上限。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66D50-3514-4514-8618-9F8DD1E6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BCBAA-BD96-427D-968B-FA14F62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AD245-3101-4455-9BC4-352298A1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2E5EE-D730-4C34-8DD8-83EB2DE2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模型选择直接影响成本、质量和延迟。不是所有任务都需要最强模型，也不是所有模型都适合敏感代码。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669C9-9CC9-495D-BE7A-DE79E6A7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9493DA-86E5-4D46-95D5-BA2C4B59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1E0485-9803-4DD1-BDD8-DE3F8F1D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08171-1C12-4E1D-AF16-1E0CACADD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给任务分级：L1 补全、L2 小修、L3 多文件、L4 安全/架构；每级绑定推荐模型和用量上限。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EE53F6-3F10-4C09-B5D7-65B857AC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F41E3-BD2F-432E-945B-A506A18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1DE0A2-C815-4433-A4E5-FB7EAD4E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可观测性、审计日志与追踪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EE9644-F04F-4CF9-A399-DB9A19EF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53B617-7CAB-45A1-BC0D-8F68049F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模型选择、BYOK 与模型路由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71CB2B-84FC-46F2-83AB-BB467AB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1149D-A4D1-457F-AAF2-A96B1DE2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Prompt Caching 与成本优化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68F906-FCD3-44F6-9C93-2DF3E871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b826b2a4e6432e"/>
              </a:rPr>
              <a:t>码道：模型管理与自定义模型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aba9f4ac06b45e7"/>
              </a:rPr>
              <a:t> · Codex Models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a777abb133406f"/>
              </a:rPr>
              <a:t> · Cursor Models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001A6-C3E4-4325-8F19-B70E2CA9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85B396-5DEC-4700-AB86-027CE8A6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a8cb2a1bf94e85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DC76A9-6166-40B6-8D96-32FEC8D5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367890252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7E10F-5AFE-482D-998B-DF395F29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C7ED8-8F43-4B2F-9589-3CD4586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治理、安全与成本控制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9C5B6-6C34-4BF2-9641-372A96EF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37. Prompt Caching 与成本优化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26991E-B3B9-420C-9BC6-4B43EB87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 明确  ·  Codex/Cursor/Qoder/Trae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50E14-C0EA-4334-AF92-4E837C08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A8ABF-365B-4AC7-BBA5-BDB24B70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F1B2D-FD0D-48F8-8269-D2A6D19D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复用稳定长上下文，减少重复 token 消耗；同时通过上下文清理、模型分级和自动化边界降低总成本。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84C95-5D87-4A35-8FA3-42391961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22B51-AA37-40E6-BDA5-97BD30F5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003E06-F968-470C-8C79-6ABE62E3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0276C-4698-4ACC-889C-D9E96A1C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把稳定规则、仓库说明和长文档固定化；减少反复粘贴日志；高频任务封装为 Skill 或命令；按任务选择模型。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082CD-EB5E-45A1-9A8D-00D6342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4BC63E-FE71-4AF6-8475-5012EA18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FC790F-8EC4-4261-ADBE-B75A55F8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CE549-D452-464B-8D2D-D7DB4A47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成本优化不是少用 AI，而是减少重复上下文、无效探索和不必要的高推理模型调用。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3F65C3-7023-45D2-8A1A-BFEB5F2F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F69A8-78F8-4C55-9651-83A04272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235615-AC43-4085-B8EC-6F671252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58FEBA-0A23-4FA7-9F66-BABCD8F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每次复盘高成本任务，找三类浪费：重复上下文、错误环境、权限不足导致的反复试错。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0A3A7-C0D6-452F-94B7-2E4AC5A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C30C53-7891-4072-9B60-22E44F7A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4D30E-FE24-4375-96A0-DF76B368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模型选择、BYOK 与模型路由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C4ECA7-A08D-48D4-A8EE-C4FC98FC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CB3A57-E02D-4BF2-A7BA-A4159543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Prompt Caching 与成本优化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5D6DB8-1687-4870-ACDC-F9521E3F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2971de34d1b49f9"/>
              </a:rPr>
              <a:t>码道：上下文压缩与成本优化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978a1c33a6c458e"/>
              </a:rPr>
              <a:t> · Claude Prompt Caching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47488341e94900"/>
              </a:rPr>
              <a:t> · Claude Cost Tracking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A8569A-2F9F-462E-9896-4547FBC0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167AB5-9559-4719-84F2-F83CE12F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33f4ab284884876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4F81DE-2D90-4FD9-8DF3-B264C65F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8043118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79FC00-1B9E-484A-B0FA-5CB1796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87C2F-8076-4CFE-BEBA-AC6C3AA5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0AF53-45E3-4BBD-B98B-17C86B2A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F7F48-682C-43EC-A27C-D4602044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面向一线开发者的编辑、调试、预览和设计稿输入能力，决定日常使用频率。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3BC81F-9BB6-45FA-A3AD-2FE6BCF3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9A7AA-1424-4E44-89AF-260F009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38 Computer Use  ·  39 Figma  ·  40 调试  ·  41 Inline  ·  42 浏览器预览  ·  43 多模态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97BAE-5DD0-4B61-9B5D-8769A8A3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8F22E7-21B3-4C3B-A482-EF16E6E5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F9F072-EDC1-4816-8BC9-3CA952EE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1D90A-E264-4D57-B210-81271B64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28E25-4A66-456F-BDAB-1A09BBF7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58c2004cca4e91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DBE243-C241-4925-817C-63E0A239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0682225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47854-D0B8-4499-93B3-B7CDF35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3A79E-7B22-494B-860C-C473FC35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1AB41-9E3D-42E9-981F-E4D5B9F0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38. Computer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F9598-2007-4C3F-AA9D-7F6A4699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Claude/Codex 明确  ·  Cursor/Trae/Qoder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3619-B061-4EA0-9B2A-2EB96883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C9071-9E05-4956-BEDD-2A4D0FE1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F331C1-A6E4-46C2-B3D5-4FD1CBC5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直接看屏幕、点按钮、输入内容、操作浏览器或桌面应用。它解决的是“工具没有 API，但 UI 可以操作”的自动化问题。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8668D8-9683-4F98-8056-E14922E8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C9023-5BEC-46CE-AF00-54AB2AA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EF1C5-A551-4374-9718-022840CC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E32F0-B0B1-4AF4-B2CD-2A91AD0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 和 Claude 通过桌面/浏览器控制执行 UI 操作；Cursor Cloud Agent 可远程桌面调试和产出截图/视频；Trae SOLO/Qoder Quest 内置浏览器、终端和工具面板，适合预览与联调。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316F14-5C53-4B3D-87CE-F077E313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285330-4758-4364-ABFF-929DBB77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E895FB-800E-487F-853C-FB66CC05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A37F8-75F5-42DB-9D98-970FE18B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对没有标准接口的后台、低代码平台、控制台、Figma/浏览器调试特别有用，但必须配权限、域名白名单和人工确认。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8914A-8BB2-4C17-809A-4699B312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1DC77-467C-4D02-9C81-F2973562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CD481-6CBA-4DBF-AF85-3BFB762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1C011-6EAE-44A4-BCC8-2F9D1D25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只把 Computer Use 用在“读页面、录操作、截图验证、低风险配置”场景；凡是删除、付费、发生产消息都要人工确认。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105793-2B5B-4FFB-ACE3-1DCD5CE9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837A5-0267-4656-AAD7-A0072A5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28C78-1F6C-413C-B0C0-46470A5B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Computer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A861A-D8F2-4E2E-BD99-3AE8BDCB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51080C-3AE5-4F4F-B89C-C77199E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Figma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FE692-8237-4157-BF62-90DDF4F3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f3f17cd8f15421e"/>
              </a:rPr>
              <a:t>码道：浏览器与网页抓取工具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5ef71b57ff4dde"/>
              </a:rPr>
              <a:t> · Codex Computer Use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fa3446c846d43ba"/>
              </a:rPr>
              <a:t> · Codex Browser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EBE852-FA8F-4D86-8114-A685FCA4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878010-4EBD-42D9-B9F6-0DC315C3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c043eacae96489a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A927C-EC84-4F2F-8DB7-A4412679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895369005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0804A1-9DA0-4B73-9D57-1C38BD973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18839-D5B0-4A7A-BF61-639F87EC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98F5A0-0DEB-458A-B000-6B01811B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39. Figma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3023D-38F8-4AF7-AAEC-9261AEE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Trae 明确  ·  Cursor/Claude/Codex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B7717-06C8-465B-8C43-8A345D4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972A4-78FE-498F-ACE6-FE159498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A4160-0BB9-4AAD-8508-FBEF0699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Figma 设计文件、图层、组件和视觉信息转为代码上下文，让 Agent 能按设计稿实现页面或组件。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6B4098-DF12-4398-91FE-DBFAE85D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906EB-A010-43AA-A9FA-D80A1860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4936D3-AB1B-4677-BB28-C4E43705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8A84D-EE58-4F30-AF55-B5DE302D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Trae Figma to Code 可在 SOLO 工具面板打开 Figma、选择 frame 或元素并加入 chat；Cursor Design Mode 通过浏览器元素选择和视觉提示处理 UI；Claude/Codex 可通过 MCP、浏览器或 Computer Use 接入设计上下文。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C701D5-4100-48A1-80E7-4B4B1846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D67E5-2C89-41B1-9B08-8F2FA9E9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67AF9-5C15-489C-B003-A65B975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AECBE-6497-425A-BFDE-CA26475C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缩短设计到前端实现的距离，减少“看图猜 CSS”。对团队而言，应把设计 token、组件库和验收截图纳入流程。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1492B8-6794-4171-8422-B862E6CA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3480B-16E8-47D5-BCD8-6F773FAA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a04de3c364608"/>
          <a:stretch xmlns:a="http://schemas.openxmlformats.org/drawingml/2006/main"/>
        </p:blipFill>
        <p:spPr>
          <a:xfrm xmlns:a="http://schemas.openxmlformats.org/drawingml/2006/main">
            <a:off x="7624072" y="1466850"/>
            <a:ext cx="3801857" cy="295275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2529A-95D2-492B-85B9-0085AD85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官网图：Trae 在 SOLO 中通过 Figma 工具面板把设计元素加入对话。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8DE66A-956A-4453-944F-D2D919B4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344E7B-0516-445B-9FAC-BFD9B16A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51014-8E5F-4A73-8D4E-BD056246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Figma 不是一次性截图。要明确断点、组件状态、交互、设计 token 和可访问性要求，再让 Agent 生成代码。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D4A7D5-450D-4915-B334-F3B4DEBA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D5F9E-0EA4-4FE3-A547-756E8F6E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315BEB-820D-486A-821C-0E7223F7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Computer 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45D3D5-1DDF-4B08-AE93-3C5BE34A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2D51A8-C87B-410B-9DFD-5F4FF051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Figma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5C26BD-C7EA-402C-9EEF-B4828A8F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A38E2A-23A3-4FE3-A4A9-7F14075E2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调试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C3F169-50C5-4749-BB69-DE26B54A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c692806df545e7"/>
              </a:rPr>
              <a:t>码道：页面设计编辑（近似 Figma）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97ffe0d63624911"/>
              </a:rPr>
              <a:t> · Trae Figma to Code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10dc2c03fb462d"/>
              </a:rPr>
              <a:t> · Cursor Design Mode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D181DA-D114-461B-A65E-16FA1048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7E4368-C1CF-4D9D-9860-70C5C3B4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1a9c248d7d4891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418237-E92D-443E-BDAC-B8AFDA82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1434710353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B1AD1-7330-4BEF-99CA-C1568F7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221D1-91A7-47D4-9B1F-209F0A90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5C75C-FAD7-4FDC-9C94-5FBBFC48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40. 调试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19D9B-8555-46EA-8FAD-689DF316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六家均可支撑，呈现方式不同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1F318-DECA-4E77-B2F7-A7114EBD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037D1E-9C90-4057-90F6-BA33CADC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C4F84-31C9-4FD7-8427-131216EC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调试不是只让 Agent 改代码，而是让它复现问题、读日志、运行测试、检查浏览器/终端/服务状态，再提出最小修复。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06FE8-3FE7-4EBA-ADE7-A65D9EC7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86B98-9D28-4A95-AA9F-222DBE8D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B769F-2107-4414-AE84-37B3AFF41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68294-F923-4030-8A57-C8D6680C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Cursor/Trae/Qoder 在 IDE 内通过终端、浏览器和工具面板调试；Codex/Claude 在 CLI、浏览器、Computer Use、CI/GitHub 集成中复现和验证。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CC34D-7858-4F3F-BBF4-453B327D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824F84-6DA5-4C88-A345-7CB1DEA1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7899D-D524-4CC7-8F3B-E788262F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C56CB-BB62-4A4C-A088-36305FF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把“猜测修复”变成“复现-定位-修复-验证”的闭环，减少回归和无效改动。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26F24-AE37-4E55-8423-2A04875A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130E9-69FC-4404-8476-A015B2B8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3D683-BB14-4E44-8384-4B92412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EFC67-63CA-4C33-8906-14505F28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给 Agent 的调试任务必须包含复现步骤、期望行为、实际行为、日志位置、可运行测试。要求最后输出验证命令和结果。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BBE87E-C7C6-4465-92C2-B2886A4B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935F9-CAFE-49BF-A6C9-C45B3A4B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EB991F-43CE-4889-9494-308B3173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Figma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43AB70-0360-4B14-A934-180216F9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058D8-7EFE-4E5F-90D5-5AB61D15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调试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02C2D-BAF3-495C-B9A2-AED2D099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58BA1A-6757-4614-A135-B8E206EE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自动补全、Inline Edit、Tab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15CEE-BDDE-428E-AA4D-AF528D4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83c28e44714818"/>
              </a:rPr>
              <a:t>码道：Problems/Terminal 调试上下文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32842b2de84a3a"/>
              </a:rPr>
              <a:t> · Claude Common Workflows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42342d23b764c4f"/>
              </a:rPr>
              <a:t> · Codex CLI Debug Commands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636EE8-B085-489D-906A-7B30D7B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C63D7-1C7C-46E6-808E-66D214A0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f5edd0b8cd47d6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0B5322-F80C-4832-9E08-870DCD32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679542811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C257D-AB90-4F29-9DC7-3E72AC1B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9FC65-E26D-4D34-A207-F850A098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7157B-2960-43DC-8000-4150413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41. 自动补全、Inline Edit、Tab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28D2D4-421F-459B-8754-E84F72A3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Cursor/Qoder/Trae 明确  ·  Claude/Codex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9B018-6014-4AB4-A9F6-BC9A3816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BF1F9-E12E-4BBB-9B6B-C75B0B5F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B75218-E452-4147-8B1C-4DBCA0A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低摩擦的代码生成入口，在当前文件或选中代码上快速补全、重写、解释或局部修改。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43A6E-8360-406C-97B2-7E81EA57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A90325-75C6-47EF-9B92-DBD0129E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F6B62-487B-4575-8024-C193856F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9A1571-2308-412B-86D7-E53DF16B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用 Tab 接受补全，用 Inline Edit 选择代码后输入修改意图；复杂多文件任务再切换到 Agent。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83BAB-6DF9-4B46-9A86-3C3700F9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628C05-E247-4FD9-A77B-7C55B36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A099D-6892-41F2-A1DE-0BB7BB1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54E4C-3EF6-4629-8E90-54991010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适合高频、小范围、低风险修改。它提升日常编码速度，不应该承担跨模块设计和复杂审查。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1918CE-5000-4EB9-86DA-9CFB3A64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947D84-087A-4B24-8499-F28DC68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57363-7323-4199-A000-F0EB307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6E727F-99E5-42FA-9EF4-A3372805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培训时明确边界：补全/Inline 解决微任务，Agent 解决多步任务，Review 解决质量把关。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5792EE-5C95-4A6C-B652-EBA04EEEC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E3C0CB-C848-44C5-A003-CED05432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5C7A3-5843-4979-B9E0-F21ADB57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调试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41D51-75F1-4448-BAAF-F5F356AA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9BF785-B06F-4998-AC62-710AEB0A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自动补全、Inline Edit、Tab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ACE41-D91D-4467-AF67-3D8D6B43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8C79D-F639-4A8A-83E5-5D6E07D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浏览器预览、测试与部署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64236E-CBD6-464D-BE29-F25F2E29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117087746e4a01"/>
              </a:rPr>
              <a:t>码道：代码续写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e42e590e72240f9"/>
              </a:rPr>
              <a:t> · Cursor Inline Edit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774462baa04b61"/>
              </a:rPr>
              <a:t> · Qoder 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7D272E-F441-407C-B86B-46290513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B707EE-310B-48A9-89C3-2D05CC7F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70d59ae3784508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B176CD-41C3-4F60-808D-526B550B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176179438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F10B2-BB83-4EB2-8170-AE1157B6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16D3BB-1EBC-4EA9-8619-113E6129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B4F4C-1430-48D9-985E-1F25E0AF3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42. 浏览器预览、测试与部署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F924C-E38D-465D-901C-415C8295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Cursor/Codex/Trae 明确  ·  Qoder/Claude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04BA3-C150-40A3-9654-51515F4D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F759E-0F66-4CB3-99A0-B2B2F9DB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7AFBA-8D68-4B3A-A13E-6EAE6B30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打开网页、看 UI、读控制台、做预览、跑测试，并把结果部署到临时或生产环境。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E431B-AC6D-4414-97AD-8BFCF2BC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0D807-F7E5-4A24-A6BE-2A276BE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417DF-2BBD-4317-8280-7B0DBCDE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C13F0-0643-40D0-91A4-E63DB8A5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结合浏览器工具、dev server、截图、控制台错误、Vercel 或内部部署平台，完成前端验收和回归验证。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F1418-9E68-4566-8A9E-2E91E69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8C116C-990A-4857-80CB-689A5491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8629BA-24C0-4636-BFFF-DBA6E3B3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85E09D-BAD7-479F-AE08-A8C610BB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前端任务不能只看代码 diff。真实页面、截图、控制台和部署 URL 才能证明交付质量。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B3BFD-9325-4E5C-8520-DB9ABD55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D7FA0-63C7-4A03-A155-B698F561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0CA25A-CB05-477F-8E36-297669ED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87563-31A5-4B23-9D79-BE936E06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每个 UI 任务要求 Agent 提供：访问 URL、关键截图、控制台状态、失败用例和修复说明。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232D6-F73E-426D-92AC-0C5155FB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0E506D-7A3A-42C6-855E-ECAFA7B5F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0FF9F-CD30-48F6-941B-4AB5E1C2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自动补全、Inline Edit、Tab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EE5D7-429B-49FE-A585-8E3F975B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DF5238-C62B-48E2-83E6-C2257EE1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浏览器预览、测试与部署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BAD114-71D5-4BB4-976C-D52EFA8C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BCBDEB-1BA3-4EE1-8FC5-B44829C7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多模态输入：图片、截图、语音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79C5D5-FB8D-41A1-8ABC-1DBA6508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b165aff81c42a7"/>
              </a:rPr>
              <a:t>码道：浏览器与页面预览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1ef59dcbd0148e1"/>
              </a:rPr>
              <a:t> · Cursor Browser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1dca8e406c4831"/>
              </a:rPr>
              <a:t> · Codex Browser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17918C-246B-42F8-AFB9-5DC68AAE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00D59-6E81-48B2-8C98-69AB2075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9fd8daea07431a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CC444C-AC7D-4114-A471-DD572F5F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2034409653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557614-55D9-462E-B970-27C0A3CF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6A97E-2148-4040-BC80-844CFEAF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开发体验与多模态输入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E0FA1-0425-4342-B4F2-628A1F8E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43. 多模态输入：图片、截图、语音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5B5F8-2D8C-40CE-B950-A8E72A68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Codex/Trae/Qoder 明确  ·  Cursor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FADAB-8922-42A7-8B93-CDBD4CCD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B57437-FC49-4678-B96B-11C870B9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CFD93-41B1-431E-AA5E-940E2DBB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把截图、设计稿、错误弹窗、页面状态或语音描述作为上下文，让 Agent 理解文字之外的信息。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969E1-EB1C-45A7-8191-3DA144520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A9C462-6FB2-484A-ABB2-F923FA9E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B6A306-7B16-42C6-BD74-DB3B9F04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4A50C-2850-4FE0-9563-D073A357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上传截图并标出关注区域；用语音描述长需求；结合浏览器和 Figma 让 Agent 对照真实界面修改。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EA913-38DC-44CD-9911-2F76677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E4504-FDCF-4AE8-8A7C-375CB0A3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95B3EC-AD84-4C7B-A458-139D2244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E1B641-C1B3-4062-A205-7D7BF71F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降低“用文字描述视觉问题”的成本，尤其适合 UI 修复、设计验收、报错定位和非技术同事提交需求。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8742E-83B4-49BD-8EEC-B6074587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953D11-3F98-4105-97C9-940BF54F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312385-3215-48F7-8B04-15D631C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DEE96D-7EDD-416D-8B5F-8BF94BCA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截图必须配说明：期望状态、实际问题、影响范围和验收方式；不要只丢图让 Agent 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F28D88-A445-4A91-A519-B8C591F51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9B8B9A-0422-416B-AEA2-3ACF15CF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4F4247-5E79-4DB5-A99C-5D481155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浏览器预览、测试与部署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9ADE0E-3F74-4D61-B720-63691A97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A40E0-8C7A-4696-A201-1FD88426E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多模态输入：图片、截图、语音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0A1DBB-DEB8-4B4D-B538-3CC646AF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5560cee7f564e59"/>
              </a:rPr>
              <a:t>码道：多模态输入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989497c7bb4e2c"/>
              </a:rPr>
              <a:t> · Codex Image Inputs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f7266a36bb4af2"/>
              </a:rPr>
              <a:t> · Trae Image &amp; Voice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AE5CFB-5E2D-4382-9D7B-875B87D7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566F1-BAFF-4AFF-8BE2-A11BAF0E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5af55261eda48f5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DA903-C750-4F81-814F-70EB806B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1248350834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B70C6-4A05-4719-BA3F-D727845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FD0406-62E8-4145-A465-6B022DDB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52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7637F-90D9-450F-BD85-192CDA5B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20EEBB-B2F1-47DF-AE2A-BAD2CF7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把结果变成可审查、可展示、可沉淀的资产，而不是一次性聊天输出。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5F072-A1E7-4B96-9014-CCA82219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1562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AF123-EAF4-4A72-B335-0AC756CB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44 Artifacts  ·  45 Review  ·  46 Superpowers  ·  47 设计模式  ·  48 画布  ·  49 插件/Skills  ·  50 Checkpoint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F681F2-4C48-4754-8E0B-F3D820D6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895350"/>
            <a:ext cx="1581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0">
            <a:solidFill>
              <a:srgbClr val="F5F6F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E7AF8-D02D-4B30-A7D3-2744F783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238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能力章节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FAA8E-3F71-4017-963C-4FE556EE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47850"/>
            <a:ext cx="114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  <a:p xmlns:a="http://schemas.openxmlformats.org/drawingml/2006/main">
            <a:pPr algn="ctr">
              <a:def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E62067-1D5E-4FB7-9F10-6411AA85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6068F-B876-49E8-8A14-40D142CA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14b56117074d65"/>
              </a:rPr>
              <a:t>在线完整文档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60246-EB78-4A4D-987B-719D2A24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945957654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FAEB12-BAC4-475A-8F16-495DA51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458D8-B0F3-47D9-8277-9A1C3F0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981E1-1873-40A9-B35A-C03816AF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44. Artifacts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18D411-0CF9-4787-9066-27730D5B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 明确  ·  Cursor/Qoder/Codex/Trae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DFEC8-CAA9-48D6-BF46-31428163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994E6-1F11-4E32-AA18-FB75D214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90DCB-1635-4FE9-8A69-43AAC2E6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Agent 的输出从“聊天文本”升级为可查看、可分享、可继续编辑的交付物，如网页、报告、图表、代码补丁、审查摘要、截图、视频或 Canvas。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61BAE-23E6-4499-8ADF-9798DA1A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654A6-878E-4EFA-BE34-F0E78711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3B2C2-71C8-4D95-9369-9174A011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8FE4E-7CA9-41BE-A586-37E10C84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Artifacts 可发布交互网页；Cursor Canvas 用于报告、审计和工作流；Qoder Quest 有 artifact review；Codex 生成本地文件和审查结果；Trae Review 会生成摘要与流程图。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95573-F5C9-44F3-BA04-460BBF1D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53E65-D54E-4ACC-8306-B5B2565F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6679F-BDFD-447D-A629-7C5DCBB0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F83A80-BA8B-41C1-A983-F3AE420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让团队从“看一段回答”变成“审一个结果”。适合培训材料、方案草案、代码审查、可视化复盘和内部演示。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779FF-8EB3-4B44-85C5-0434A50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836C22-CBDE-4136-911A-149BC26A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7a02b90ce4a1d"/>
          <a:stretch xmlns:a="http://schemas.openxmlformats.org/drawingml/2006/main"/>
        </p:blipFill>
        <p:spPr>
          <a:xfrm xmlns:a="http://schemas.openxmlformats.org/drawingml/2006/main">
            <a:off x="7600950" y="1717605"/>
            <a:ext cx="3848100" cy="2451240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CD9510-9DAF-4C8A-A880-55A69F60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官网图：Qoder Quest 把任务、对话、审查和交付物放在同一工作界面。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97A15-8437-4DB1-BA76-E221F4CA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F5E875-D3EA-4128-9B28-A3416CBE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F61B1-4149-4339-B440-27153B72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统一要求 Agent 输出“结论 + 证据 + 可交付文件 + 源链接”，不要只接受一段泛化回答。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EE84F-080D-48C9-BC8A-89CE8F2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0E32C5-084B-41D1-9E24-7042C07A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E6A598-8BF0-44D8-9BB3-1ADCF2C8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16477C-B81F-444C-A680-8CD58CEE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A9EDC7-F7E2-4C2D-9BCA-21BF8D7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98CC0-57BF-4CDA-A9FE-C796F28A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850b60763c647ea"/>
              </a:rPr>
              <a:t>码道：规范开发产物（近似 Artifacts）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e62340a826b4b16"/>
              </a:rPr>
              <a:t> · Claude Artifacts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6d2d6c2f9e48b6"/>
              </a:rPr>
              <a:t> · Cursor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802F7F-E16B-410C-B47C-6E3DEAD0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9AA66D-0E6C-4174-AD24-D02409DE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9208a36de24ca6"/>
              </a:rPr>
              <a:t>在线完整文档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492AB-845A-4822-8436-9EC5052F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799077169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D014F9-820E-46EF-8906-3CD8FE9E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B831-A0CE-48CA-8F8C-A052F1B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3CB56-BA42-462D-8FEF-5B849402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45.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DEB2E-724D-4A02-976B-DEF5FB2D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Claude/Cursor/Codex/Trae 明确  ·  Qoder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2A9C3-6BC5-4B9A-BA6B-41AE1AAE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98027-CABE-47EE-8348-AA4D1835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DA8B4-9E70-4562-AED6-4B765D32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3620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Agent 以审查者身份检查 diff、commit、branch 或 PR，关注 bug、风险、安全、测试缺口和可维护性，不只是总结代码。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65A1B-CE38-44C5-A028-F2F67E15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89B1D-3AB2-4754-BF32-605364C6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B2D813-9A5C-4856-AAAE-E4F14E94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7EF55F-24E9-46E6-A734-289DE0F2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0982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 `/code-review`、Cursor Bugbot/Agent Review、Codex `/review` 和 Codex Security、Trae Agent-powered code review 都有官方能力；Qoder Quest 可在 Review 面板审查变更。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A45E9-BCE1-4C0F-A6F9-D9B24BF0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F81058-014D-4213-85CB-DA9F3F85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B5FE71-34BE-4737-97C7-136F5913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FE961-1C14-4AB6-A405-D6A99CD9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57575"/>
            <a:ext cx="5219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提升 PR 入口质量，降低 reviewer 负担；还能把安全、测试、架构一致性变成标准化检查项。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88D52-8CE9-4F21-A4AA-78EC6975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6419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B70B3E-BA27-48F3-8995-1BF014B3E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90650"/>
            <a:ext cx="40005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098b783c94e7b"/>
          <a:stretch xmlns:a="http://schemas.openxmlformats.org/drawingml/2006/main"/>
        </p:blipFill>
        <p:spPr>
          <a:xfrm xmlns:a="http://schemas.openxmlformats.org/drawingml/2006/main">
            <a:off x="7600950" y="1828498"/>
            <a:ext cx="3848100" cy="2229455"/>
          </a:xfrm>
          <a:prstGeom xmlns:a="http://schemas.openxmlformats.org/drawingml/2006/main" prst="roundRect">
            <a:avLst>
              <a:gd name="adj" fmla="val 1935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A7BA5D-70D1-4B53-8E78-629D3FC8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29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官网图：Trae Agent Review 展示变更摘要、流程图和问题列表。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D5A560-58EC-4559-9FDA-91197A63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6B4A42-C005-496A-904C-C5586F62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C4B6F6-B895-4BDA-82B1-ECDB6896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区分 Summary 和 Review。Summary 解释改了什么，Review 必须指出风险、证据位置、影响和修复建议。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9C1E2C-DE90-4891-80EE-376FC633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31582-F340-42D5-BACE-6BACE6EB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CF2F8-046E-4D57-8D17-83F0E2F1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Artifacts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8DC8FA-C03D-46C6-9B0D-47EEB3C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35B99-943D-4276-A8BA-48AD175D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21371F-E385-404D-9B6B-0BC34BFB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9F03C9-563F-4107-B9E4-DE0CB3EB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Superpowers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B223F6-94D0-4C0C-9A17-CD8FA1E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3f9ff86cf34c83"/>
              </a:rPr>
              <a:t>码道：Diff 视图审核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d1c464edb7445f"/>
              </a:rPr>
              <a:t> · Claude Code Review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de93d96b6364378"/>
              </a:rPr>
              <a:t> · Cursor Bugbot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75FC8-46F4-4730-AF2F-2BFDA58C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65506E-A09C-4791-9993-3DCF955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aee5c43d0e1455a"/>
              </a:rPr>
              <a:t>在线完整文档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8705B-7CD1-4B6B-98B9-D9008900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293351812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59ADF7-A520-48C1-BD1C-2E51E829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E2923F-5AB7-447F-AC57-79082582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54A11-104D-4BA8-A94B-6757EE47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46. Superpowers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6F69A-CCA6-484A-B809-E5E6F9EA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未发现六家官网同名原生能力  ·  Skills/Plugins 可承载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076B14-577B-473C-9135-F899B391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05D7B-C259-451A-A90D-CF44B91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4E25F-52A9-4724-8838-0350F598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Superpowers 更像一套外部方法论或能力包概念：把提示词、规则、脚本、模板、检查清单和工具调用打包，让 Agent 获得专项能力。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5B71D-8B92-4A5C-85EF-1D3DBD41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5CF0AC-9D43-43B3-874D-7BB0B684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CDEB0-0667-4C4F-AB7B-EA243B5C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D51CD-C213-4FDC-BCBF-0FDE0071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Claude/Codex/Trae/Qoder 中可用 Skills/Plugins；在 Cursor 中可用 Rules、Subagents、Canvas workflow；配合 Hooks 和 Workflows 形成可复用能力包。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42B837-87F0-4B18-B437-175BA71E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396DC-B307-4EE0-882B-B2DAC302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37F60-BA10-402E-AA8E-9E7CDFE2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AF9420-A1E0-457F-8D61-F5A41E7D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把个人经验封装为可分发能力，降低团队学习成本；适合“安全审查包、官网抓取包、前端验收包、产品对比包”。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DCC42-EE8D-4284-A15E-6B9129D7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447F2-4F03-453C-AC09-311D8E35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3F8E4C-1B40-4D46-A57E-34DE2E14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20C080-C516-4862-B1D5-6384EF0D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不要先追求复杂框架。先把一个成熟任务封装为 Skill：说明适用场景、输入、流程、输出和校验标准。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52A00-3FEB-4F06-BC72-6509CCCE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1B1FF-3DA5-4D46-B93C-72D72F0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489AFA-7907-4E0E-99DF-79865922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10F670-51C7-4B41-AB44-76AC005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FCE92-0698-4B0A-9999-0B8EFC44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Superpowers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D168F5-122F-4E62-8C90-EB4D55D3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8A6EF-9CF0-444D-9FA6-E3209A9F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设计模式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34384F-834C-47FE-80BB-4E7F6772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badaee9d664256"/>
              </a:rPr>
              <a:t>码道：Skills（近似 Superpowers）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4d90f323d4041b7"/>
              </a:rPr>
              <a:t> · Trae Skills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d482a4c66914dd3"/>
              </a:rPr>
              <a:t> · Codex Best Practices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22C4DE-C88E-49D2-B3B9-D896BBA4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6C610-3C36-4EE9-9CDE-5C0D9CC4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4d2e8d207d74c59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2A999F-A812-4673-AE87-B5FA98EB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975896704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44C921-D362-4365-8B3E-8BA4F69E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FD8DEC-045A-4DB9-9C5A-9E8100A1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C041E-C841-4BBB-B943-B8FA816F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47. 设计模式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7F5A91-40F4-4804-87AF-58BD0087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组织实践，不是单一产品功能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7C75E-610C-4616-B31C-BBCFB7A8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8B76-DF60-45CA-8F40-54EAC0A9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54613-EC31-4031-8F43-215BF9A7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这里的设计模式更适合理解为 AI Coding 落地模式：如何组合规则、记忆、Hook、子代理、工作流、索引和审查，而不是传统 GoF 设计模式。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3E2BE-08D4-424E-B84B-230637E7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0D4F8-6E47-4246-B4A4-5CBB0908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898BB-8802-48AF-9612-B900F2B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4EAC55-8B3C-4301-8E73-F30D279A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常见模式包括：Planner-Executor、Reviewer Gate、Knowledge-first、Sandbox-first、Human-in-the-loop、Subagent Fan-out、Artifact-first、Hook Guardrail。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E4586-A8B2-4E27-9BF0-DA95FF6E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5A65B-2C7C-4414-8E29-46BEB75A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0E11A-BD05-4397-922D-9743A4DC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DC62F-CF3B-4E54-B610-7A897014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帮助团队从“会用工具”升级到“会设计生产流程”，降低 AI 随机性和安全风险。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16219-E706-4DF1-BE05-D06C09D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FFC6B-E138-450A-BDBD-76BEEBBA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6A2C3-7818-40A5-B836-0509CA7D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222BA8-7AF2-4F6F-872B-61A1DB800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16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为每类任务选固定模式：需求开发用 Planner-Executor；安全用 Reviewer Gate；大仓库调研用 Subagent Fan-out；知识沉淀用 Artifact-first。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84F77E-384A-4FA4-8352-C524885C6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FFD10-5EAA-491F-B912-D9E83576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DDC4A-BF8C-4012-AAF1-0FD0E7D2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Superpowers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7C0A7D-EF39-43D9-AB12-2C24367B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5F58F-4E7A-4C01-BB67-81EB4780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设计模式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61C980-9830-414C-8E5C-33644708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9829BC-1E76-4D88-84B4-AF16590E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画布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874B8-0E55-43E9-B876-CC662732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64b3fd802a4cee"/>
              </a:rPr>
              <a:t>码道：Skills 能力组合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ec34a3f01274073"/>
              </a:rPr>
              <a:t> · Codex Best Practices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b318838dd95469c"/>
              </a:rPr>
              <a:t> · Claude Features Overview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E6228E-7693-40A3-A143-BE966A58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000082-3C3E-4AC6-8F48-BC531FFA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ad1e1358b9e47ef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C5931-02A7-4ECF-8B88-75429847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093473236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3A3C36-702F-434A-8638-7895CE13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74927D-4B18-40A7-BAE5-AB0D00E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2E1A1-4F81-45CB-9B64-A2B65977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48. 画布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505C14-3475-4D14-B751-E92D5433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Cursor/Qoder 明确  ·  Claude/Codex/Trae 相近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C4B34-CB4C-4520-AF8C-D1BA0EA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4FCE8-C63D-4EF2-B94C-06740D3F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5D96B5-C088-4B45-B5A0-DE9E426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画布是比聊天更适合承载结构化内容的工作区，可放报告、图表、仪表盘、审计结果、流程图和可交互页面。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05C166-8089-4594-A42E-364994E7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7C1DE2-BBDE-453A-9DD1-EEDC29DD4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542B2-4731-4584-BCCC-EA52F78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7E6843-B531-4F61-B9F6-C8C9CED0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 Canvas 用于分析、审计、报告和可复用工作流；Qoder 有 Canvas 扩展和 Quest artifact；Claude Artifacts 可生成交互网页；Codex/Trae 可通过本地 HTML、报告和工具面板实现类似交付。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69E86-A570-4AFB-B955-DD52F07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DD7142-F9E1-4C76-BD3F-3BD90527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5D33E-7205-456F-9E12-F0896A51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0B9666-F9FE-4DB7-B218-91853F09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让 AI 输出更适合团队消费和二次编辑，特别适合培训、方案评审、架构解释和内部汇报。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1338E6-1B79-4EE6-86E4-48C1FB84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FFD469-4358-4EE2-AF95-6C8C0D5F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4C7FA9-245E-4645-BA84-0987F439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C7C06-9D07-4F3A-9967-CCCBC372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把画布当作“结论承载面”，要求每个画布保留来源链接、更新时间、适用版本和待确认假设。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7E6D74-5971-432C-B0AD-8ACC6F6A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040C5-26BB-4EFB-A99E-8616F352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1221E2-A71E-412A-9F08-DE5F186A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设计模式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441251-51F8-4998-865D-39456347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101E4-AD47-43C0-81C0-B7064CDD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画布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2E9368-5FF9-4DE6-9EF0-19759E06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C86C4-DBDF-4516-847D-136A81C1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插件、Skills、Marketplace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38EBDC-CFA3-4BE9-9140-28B9BAD8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d2e32e773644377"/>
              </a:rPr>
              <a:t>码道：可视化编辑（近似画布）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c2bd6ab3a34e40"/>
              </a:rPr>
              <a:t> · Cursor Canvas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405f27f0f3745ad"/>
              </a:rPr>
              <a:t> · Qoder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E5E9E7-4172-421A-B4A9-7657330D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499556-AF2D-43C5-90BF-C5031A11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2690e543e0a4a06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DFD96-0919-4772-A82C-146FC58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043738884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45953A-92C4-446C-8166-FD29FF30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D5923-029F-42E9-8036-189A950A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E08D3-3262-4A77-B6E2-EF927FB8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49. 插件、Skills、Marketplace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BBF8CA-F52F-478B-B35F-7E206C37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Claude/Cursor/Qoder/Trae 明确  ·  Codex 强相关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7EBC3-131A-4D55-8F52-03D76463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6456E-916E-42FB-AC39-F1A589FA9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6C48-0C29-4B61-9FFB-51265480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插件和 Skill 是可分发的能力包，通常包含规则、脚本、模板、MCP、Hook、子代理或画布，让 Agent 学会处理某类专业任务。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474FE-079A-4BB1-A4FC-CB67E154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EE101-B3BB-4AEF-8FFE-CDF0C87C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2FF6AD-7109-4FC9-93DD-816AE829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91999-C27E-4439-9FA8-7388A269C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把高频流程沉淀成 `SKILL.md` 或插件：说明适用场景、步骤、输入输出、验证方式，再通过 marketplace、团队目录或仓库分发。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850F5F-47B1-4F1F-89C0-4C4D9244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A075D-5281-46FC-9634-450E4712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F4B3A-890D-4377-AACA-5D2D59B5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F10A5-6FD8-46F7-AF7D-3BA7490F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把个人提示词和经验变成团队资产。安全审查、官网抓取、前端验收、迁移评估都适合封装为 Skill。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68B00-1792-42A8-B088-41A0BCC7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0A027F-6C8A-4E3F-92C9-35648A1E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C9042-1534-43D8-80FD-ED0565BA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666AF-A908-4CF9-8D85-6A19E747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从一个成熟任务开始封装，不要一上来建设大而全市场。每个 Skill 都要有版本、维护人和示例输入输出。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AF76C9-2269-4530-9BAF-42A24544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1D4A3A-DF4E-4047-91E6-0E68AEEB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224115-6AAD-42A3-8D99-AA8872DB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画布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47C02-C7A2-43B8-8E37-4B7BBFE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799FB7-058A-463D-8A84-600E376E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插件、Skills、Marketplace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7DBC3-C18E-4B17-9772-BD4ADDC8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661CC-4BCA-4B26-B177-02A7BA31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Checkpoint / Rewind / 回滚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569642-EA6A-477D-8314-0A8A85B7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2539e7281784393"/>
              </a:rPr>
              <a:t>码道：技能与技能市场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66582c0e0148ff"/>
              </a:rPr>
              <a:t> · Claude Plugins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d971de9cbe467a"/>
              </a:rPr>
              <a:t> · Cursor Plugins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81BAD-D7E3-4126-BF2B-51A74052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264543-B3B4-4EAB-8D35-84A4C9B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5f2fc37b8d643a8"/>
              </a:rPr>
              <a:t>在线完整文档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9F32AA-FEC5-40D6-8F10-94A51776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828998930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D2C7A8-DA32-4D54-8BA7-EE02891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B44EE-8EF8-4D1A-8D24-66CC78F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交付、评审与能力复用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B6246-458E-4590-950E-01856544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50. Checkpoint / Rewind / 回滚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5EA83-7C6B-4F68-A29D-EB2F2D5C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29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Claude/Qoder/Cursor 明确  ·  Codex/Trae 可用 Git 流程承载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A207C3-F007-41A7-9697-88AA8BD4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8DF3D-0441-4317-94F3-9E66C87A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6C285-57AC-43D0-967E-5E77BB8F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3620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在 Agent 修改文件前后记录快照，必要时把文件恢复到某个用户消息或任务节点之前的状态。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F0E41-DBB4-4C03-8E91-94D6A0B2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971EC-3E0F-407C-9236-6D706516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73F63-F785-4E57-BB8E-33E1E915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03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怎么用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4E9C7-793A-4BA3-9D73-3EBC3D53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6222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开启文件 checkpoint；在大改动、重构或多方案试验中，让 Agent 每轮变更可回退；配合 Git 分支和 worktree 使用。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E2B73-D7FF-4C1A-83D0-F6E20DFC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4F18B-FBAC-40C7-865F-73A13FA1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0">
            <a:solidFill>
              <a:srgbClr val="FFF3F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A1D2ED-3B84-40BC-B506-76C8DD99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价值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097377-29CF-4155-9915-1C444676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62375"/>
            <a:ext cx="912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降低试错成本，增强演示和生产修改的安全感。回滚能力是团队敢让 Agent 做大任务的前提之一。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ADF2F-E317-4793-8420-1DA6B06B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A05A5-E473-413F-927C-BBD249AD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382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56A30-CF07-4F3F-A8D0-8E114DCB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团队落地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B0D071-690A-4DFD-A2CA-7B2482A0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1625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明确三层回退：小步改动用 checkpoint，大任务用 worktree，团队交付用 Git 分支和 PR。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D44136-2C9D-44D8-8E1E-E41D47FB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816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同类能力链路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3A04BD-1CAA-4CF7-8D20-B6FF8B43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7F8ACA-6222-41B0-AE2C-174219BB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插件、Skills、Marketplace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73E5CB-EE40-4097-A5CB-5C9489C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95950"/>
            <a:ext cx="21145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4C372F-AC10-4F76-B88C-90EA1FB8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77215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Checkpoint / Rewind / 回滚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06EE57-E706-4E99-9187-07931692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官网依据：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463d43e87b4af0"/>
              </a:rPr>
              <a:t>码道：Checkpoint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479987bf9443b5"/>
              </a:rPr>
              <a:t> · Claude Checkpointing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e97e5894c24b24"/>
              </a:rPr>
              <a:t> · Qoder Checkpoint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891B71-0A21-4ADF-A01A-CDCDBE5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E6F08-A842-423F-82C7-4D93D70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f8568bb35394452"/>
              </a:rPr>
              <a:t>在线完整文档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3A845F-64F3-487C-8467-05B73918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1155694360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94E65-6A86-465F-8584-5721E50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39C6D-FDDC-42AC-9408-B5DC7D4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2631C1-EA4E-496B-888D-04F34933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华为云码道：个人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5590-173F-4241-A3BB-50C4CB39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体验版适合个人体验 / 企业测试，免费但限 500万 Tokens/月和 5,000 Codebase 文件。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9334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9334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体验版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500万 Tokens/月；知识空间 500MB；Codebase 5,000 文件。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限量体验 Agent 基础能力：问答、编码、MCP、Rules、Skills；个人体验/团队测试，至高 50 席位。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¥39/席位/月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2000万 Tokens/席位/月；知识空间 5GB；Codebase 50,000 文件。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含体验版能力，并增加智能体中心、技能和规则中心；小型团队性价比优选，至高 100 席位。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9334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专业版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¥139/席位/月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6000万 Tokens/席位/月；知识空间 20GB；Codebase 100,000 文件。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增加操作日志、模型管理、企业自定义模型、用量管理、SSO、IP 白名单、安全隔离代码仓等企业治理能力。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6D697-3826-432F-95E7-A27F55B4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体验版用于验证；基础版适合小团队规模化；专业版适合高合规研发平台和国产云生态协同场景。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FE1C0-24F2-461D-B6A0-D4489786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81388-5A8B-4A34-95BB-E04A657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773ca04bbd4862"/>
              </a:rPr>
              <a:t>码道版本与定价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50273e206834689"/>
              </a:rPr>
              <a:t> · 码道版本与定价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23a9085cd3e4a7d"/>
              </a:rPr>
              <a:t> · 码道版本与定价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E0359-7DCD-4424-BC7B-06EE2F86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68</a:t>
            </a:r>
          </a:p>
        </p:txBody>
      </p:sp>
    </p:spTree>
    <p:extLst>
      <p:ext uri="{BB962C8B-B14F-4D97-AF65-F5344CB8AC3E}">
        <p14:creationId xmlns:p14="http://schemas.microsoft.com/office/powerpoint/2010/main" val="2104830993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4099E-B93C-402B-AF6C-2BF5427B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0A423-4204-405B-8332-E2E938C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BFA6E-BE59-4E85-BA89-3BA18609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华为云码道：团队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0298D-0F0C-4E6E-949D-DA16D7C2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基础版 / 专业版按席位计费，更接近团队规模化使用形态。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1571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1571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 / 专业版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¥39 或 ¥139/席位/月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2000万 或 6000万 Tokens/席位/月。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基础版适合小团队；专业版适合需要 SSO、操作日志、模型管理、自定义模型、用量管理和 IP 白名单的企业团队。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45E530-FAD5-4C6E-9BD7-F806D24E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4414F-8291-4C1A-B8AC-41331016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1A5B55-9181-405D-859C-269C688F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体验版用于验证；基础版适合小团队规模化；专业版适合高合规研发平台和国产云生态协同场景。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BE2C6-6744-469C-9A43-C4EE41E7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F2AEC-33FC-4CC8-9DEB-1857A63D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a7bcb18c514665"/>
              </a:rPr>
              <a:t>码道版本与定价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4C2226-5252-4D1D-83BF-AD345126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1749628066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61530-BFBD-4D71-8DA7-9961C1AA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8DCBE-B5AC-42EF-B078-001D550A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AE1C1-1C71-4FBA-A6D0-C99A6192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A6C25-76A8-4F30-AB87-7B2D0CD5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Free / Pro / Max 面向个人高频使用，Max 用 5x / 20x 提升会话容量。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Limited usage，未公开固定 token 数。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适合偶发问答和体验；不建议作为团队 AI Coding 主力席位。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$20/月，$200/年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标准用量；Claude、Claude Code、Claude Desktop 共用限制。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覆盖常规个人开发；Claude Code 可用于终端和 IDE，但长任务会受共享用量影响。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5x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$100/月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每会话约 5x Pro 容量；仍是周用量限制，不公开 token 包。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面向高频 Claude Code 用户；包含优先访问、Claude Code、Cowork 等更高使用能力。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 20x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每会话约 20x Pro 容量；有跨模型和 Sonnet 相关周限制。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适合重度 Agent、长上下文和多任务编码；额度规划上按高强度个人席位处理。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F5713-993A-4388-B975-BA02F6A9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个人开发者选 Pro/Max；团队试点至少从 Team Standard 评估，重度研发席位用 Team Premium 或 Max 类高配。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AF620-47CA-4E6D-A52B-6BA963EE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17A2F-D1A6-44B0-83AD-9147CF273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a9828d18fb4065"/>
              </a:rPr>
              <a:t>Choose a Claude plan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d042672b5c246ec"/>
              </a:rPr>
              <a:t> · Pro plan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f13bfb8a710469f"/>
              </a:rPr>
              <a:t> · Claude Code with Pro/Max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89CBC-A414-42B7-8F0E-E981DAE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463742083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D32CC-A533-4B3C-BD93-B9BAA0912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C8FAF6-456E-4D4C-B221-18044B1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E7519-1D49-4879-AC51-F0028D1F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Claude：团队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F42103-D896-4D0A-9DED-46D4E2DB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Team Standard / Premium 面向 2-150 人团队；Enterprise 面向更大组织和合规需求。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 Standard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$25/成员/月；年付 $20/成员/月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每会话约 1.25x Pro；周用量限制。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2-150 席；含 Claude Code、团队管理、SSO、域捕获、JIT、RBAC、连接器和 spend controls。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 Premium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$125/成员/月；年付 $100/成员/月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每会话约 6.25x Pro；有跨模型与 Sonnet 周限制。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适合重度研发团队成员；比 Standard 明显提升用量，并保留团队治理能力。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官方未公开，需确认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按企业合约。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 150+ 席或更强合规要求；Claude Code 在新 Enterprise/self-serve 席位中可用，旧计划按席位形态区分。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AEA2CC-0B76-4960-9562-9BD2ECD8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92667-B3D2-407A-A9C9-123A5CB0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6CB38-9403-42AD-BDC9-3EF50BCBF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个人开发者选 Pro/Max；团队试点至少从 Team Standard 评估，重度研发席位用 Team Premium 或 Max 类高配。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006B7-AECB-49EB-8AD1-CA367C0F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424C2-5D7C-4620-9985-2E9BF8B4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7250302f7cd4642"/>
              </a:rPr>
              <a:t>Claude Team plan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d521e6e27274c52"/>
              </a:rPr>
              <a:t> · Claude Team plan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9e9ad448504309"/>
              </a:rPr>
              <a:t> · Claude Code Team/Enterprise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3FCDD-1877-45BA-9632-EB09D8E8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1197121007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E1A00B-B833-41BC-B4C0-BB88C31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D874A-51E9-42A6-9374-FA411E0F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61520-AD28-40E8-9604-D1B95228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95186-FEFB-423F-B1F8-495030F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Free / Pro / Pro+ / Ultra 以个人 Credits 和 Quest、Repo Wiki、Knowledge Card 为主。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 / 体验版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基础模型，用户消息数受限；2 周 Pro Trial 含 300 Credits。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含有限代码补全、NES 与 BYOK；适合体验，不适合作为正式 Agent 额度。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2,000 Credits/月，用于高级模型。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适合日常开发、补全、轻量 Chat/Agent；含 Quest、Repo Wiki、Knowledge Card。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Pro+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6,000 Credits/月。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面向重度 Agent 自主编码；额度是 Pro 的 3 倍，适合主力研发。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Credits/月。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 Quest、长周期任务和高频云端 Agent；个人资源包 $0.02/Credit，1000 Credits 起购。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E59AEC-2712-472C-BD4B-BEA43CCE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个人重度 Agent 选 Pro+ / Ultra；企业要先决定是“每席固定额度”还是“组织共享额度 + 治理优先”。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40EF9-7FBE-4DE1-B485-2C3A693F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CA1A9-5496-46B7-A8D5-013D0398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8c5ad39b478448c"/>
              </a:rPr>
              <a:t>Qoder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c8b51462cb848a2"/>
              </a:rPr>
              <a:t> · Qoder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18ad5198f9482c"/>
              </a:rPr>
              <a:t> · Qoder Credits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7191F-3202-475A-AFD1-2476BEC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72</a:t>
            </a:r>
          </a:p>
        </p:txBody>
      </p:sp>
    </p:spTree>
    <p:extLst>
      <p:ext uri="{BB962C8B-B14F-4D97-AF65-F5344CB8AC3E}">
        <p14:creationId xmlns:p14="http://schemas.microsoft.com/office/powerpoint/2010/main" val="2013002190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E3AD9-4E5B-4F9D-AEBD-183E2E46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9E994-4BCC-425E-B7E5-8B271414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9FC5B-3234-4D97-B4CD-0705930B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Qoder：团队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11368-139C-4E36-8B91-16D7C2AF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Teams / Enterprise 面向组织管理、共享资源和安全治理。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$40/席位/月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每席 3,000 Credits/月；不可跨成员转移，月末清零。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适合中小团队；含 Desktop、QoderWork、QoderWake、CLI、Cloud Agents、Mobile、SSO、角色、组、资源统计、隐私模式等。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$20/席位/月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席位不含 AI compute quota；Credits 通过 Shared Add-on Credits 另购。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更强调集中分发、模型路由、内容安全策略、审计日志、OpenAPI Extended APIs、插件/Skill 分发与企业治理。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Shared Add-on Credits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 / 2,000 Credits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组织共享池；有效期 3 个月。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适合团队做统一额度池；消耗顺序为月度席位额度、个人附加 Credits、组织共享 Credits。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D068D-FBF3-487E-8D44-173D956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10FB9D-1004-400B-9FAB-FF02D53C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58098F-3461-48BF-97FA-11357EE5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个人重度 Agent 选 Pro+ / Ultra；企业要先决定是“每席固定额度”还是“组织共享额度 + 治理优先”。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48EB-2032-4503-87CD-8642961C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298E7-23CB-4E3D-80AC-4AEEBBC4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f17f7a5f474470"/>
              </a:rPr>
              <a:t>Qoder Enterprise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e964deff7c04d41"/>
              </a:rPr>
              <a:t> · Qoder Enterprise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4270d7987614c09"/>
              </a:rPr>
              <a:t> · Qoder Shared Add-on Credits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C84D5-05EB-4A02-A31B-5E3B2066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73</a:t>
            </a:r>
          </a:p>
        </p:txBody>
      </p:sp>
    </p:spTree>
    <p:extLst>
      <p:ext uri="{BB962C8B-B14F-4D97-AF65-F5344CB8AC3E}">
        <p14:creationId xmlns:p14="http://schemas.microsoft.com/office/powerpoint/2010/main" val="558671139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05F4C8-E76C-426F-A869-F0C2E9E1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A2FB-E76C-4185-BB6A-969FF796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DBA22-4C8C-468E-B9C8-3D979BD2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286C4-3676-489D-8E3B-3EE6430C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Free / Go / Plus / Pro 面向个人 ChatGPT 账号，Pro 用 5x / 20x 提升 Codex rate limits；API Key 是独立 token 计费路径。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包含在 ChatGPT Free；有限消息和有限模型访问。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适合测试 Codex 能力，不适合持续云任务或团队自动审查。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/ Work mode 共享用量；低价轻量档。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适合入门和低频任务；高级云端能力与用量仍有限。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Plus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 与 Work mode 使用同一 credits / usage limits。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 Codex Web、CLI、IDE、iOS 和云集成，如自动 code review、Slack；可用 ChatGPT credits 扩展。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 5x / 20x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From $100/月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5x 或 20x 高于 Plus 的 rate limits；非固定 token 包。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 GPT-5.3-Codex-Spark research preview，适合长时间编码和高并发云任务。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Key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token 计费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gpt-5.3-codex Standard：$1.75/M input、$0.175/M cached input、$14/M output；Priority 翻倍。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 CLI/SDK/IDE 自建集成；不包含 ChatGPT 云端工作区、自动审查等订阅云能力。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DDBCF-C858-412C-B932-4A91DDD7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个人研发用 Plus/Pro；团队统一代码审查、云任务和治理时选 Business 起步，强合规选 Enterprise。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0E1D7-E034-49ED-8162-5EB93FC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E27A26-4AEF-42A7-9714-4D9D18D5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9b06a2992604ab8"/>
              </a:rPr>
              <a:t>Codex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ad3ec9598cd4c92"/>
              </a:rPr>
              <a:t> · Codex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2f48994e91a459e"/>
              </a:rPr>
              <a:t> · Codex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46CD-1C9D-4891-A1CB-8A613CEB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74</a:t>
            </a:r>
          </a:p>
        </p:txBody>
      </p:sp>
    </p:spTree>
    <p:extLst>
      <p:ext uri="{BB962C8B-B14F-4D97-AF65-F5344CB8AC3E}">
        <p14:creationId xmlns:p14="http://schemas.microsoft.com/office/powerpoint/2010/main" val="1581127440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5A152-AC27-4581-93F6-8D002745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50E60-6C48-484E-AA6E-CBEB9C7C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4C7F-7FA5-435B-AEC0-043673B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Codex：团队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223EF-21B2-4844-BE9B-BD91BC94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Business / Enterprise / Edu 面向团队工作区和组织治理。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Business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$25/用户/月；年付 $20/用户/月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Work mode/Codex credits 和 usage limits 绑定；企业可扩展 credit plans。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包含更大 VM、安全 workspace、SAML SSO、默认不训练；适合团队统一结算与云端任务。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 / Edu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官方未公开，需确认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按企业 credits / rate card / 合约。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增加优先处理、SCIM、EKM、分析、RBAC、审计日志、数据保留和数据驻留控制。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D267B-07EE-472F-B938-6F70EF2D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D3FFE6-7EED-4DC1-8523-75511EE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25E76-92A4-40BC-B832-326F719E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个人研发用 Plus/Pro；团队统一代码审查、云任务和治理时选 Business 起步，强合规选 Enterprise。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F2734-C108-445B-9FDA-AD3726A7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BC1438-046F-4403-A223-57B6984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00e04f8fb2644f5"/>
              </a:rPr>
              <a:t>Codex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a22cdb015534aae"/>
              </a:rPr>
              <a:t> · Codex with ChatGPT plan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307029be4bb451b"/>
              </a:rPr>
              <a:t> · Codex 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2AECB-947C-45A9-8650-4C45988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</p:spTree>
    <p:extLst>
      <p:ext uri="{BB962C8B-B14F-4D97-AF65-F5344CB8AC3E}">
        <p14:creationId xmlns:p14="http://schemas.microsoft.com/office/powerpoint/2010/main" val="1066701185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106067-5A7C-436D-B2F1-26391C61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5C3AC-A5E3-473B-82B4-4EB7CA71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8670F-DFA1-43CD-BFC5-4AE2951E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DE89E-B66D-4980-852F-9DA91FE5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Hobby / Pro / Pro+ / Ultra 面向个人 IDE Agent，按 API usage included 和一方模型池区分强度。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Hobby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 Agent requests、有限 Tab completions。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适合体验 IDE Agent；不适合团队稳定用量。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usage included $20；First-party models pool 为 generous included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包含无限 Tab、扩展 Agent 用量、Bugbot、Cloud Agents；适合个人日常研发。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Pro+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usage included $70；一方模型池 generous included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官方建议给 daily Agent users；相比 Pro 更适合持续 Agent 编码。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$200/月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API usage included $400；一方模型池 generous included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 power users、多个 Agent/自动化；超额可启用 on-demand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F2AD6-A7A6-44EF-ACCE-D79638AD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单人开发按 Pro/Pro+/Ultra 分层；组织落地建议 Teams Standard 起，重度 Agent 成员用 Premium，强合规走 Enterprise。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BE757-9A87-4121-80BE-8A43C2EC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A043F-E44E-4493-B382-8ED2A0E0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3bfee11bdb9472d"/>
              </a:rPr>
              <a:t>Cursor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a3b173e5954595"/>
              </a:rPr>
              <a:t> · Cursor Models &amp;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10e1543b874c00"/>
              </a:rPr>
              <a:t> · Cursor Models &amp;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54D7F6-A3A5-4D7A-A4B1-5A0233BB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1232095825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659A2-E495-4A86-A933-F43A0680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0677C-0137-484C-AEC7-F65AB609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DBF08-0D04-4C9B-AEB4-24D96427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Cursor：团队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B7714-470F-4B19-BA19-36CBA148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Teams Standard / Premium / Enterprise 面向协作、共享上下文和治理。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Teams Standard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$40/用户/月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paid seats 和 usage；每席含月度用量，可开 on-demand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包含集中计费管理、内部 rules/skills/plugins marketplace、Bugbot、Cloud Agents、Automations、usage analytics、团队隐私模式、SAML/OIDC SSO。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Teams Premium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$120/用户/月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 限制约为 Standard 的 5x。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面向团队中的高频 Agent 用户；第三方 API 模型请求叠加 Cursor Token Rate。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官方未公开，需确认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 pooled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 invoice/PO、SCIM、仓库/模型/MCP 访问控制、auto-run/browser/network controls、审计日志、service accounts、AI code tracking API、优先支持。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7E2E0B-DA0B-4573-A693-9B2A9235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B84B1-0C9F-45E7-861C-D05ADB9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368B9-5645-4097-AB48-A598805C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单人开发按 Pro/Pro+/Ultra 分层；组织落地建议 Teams Standard 起，重度 Agent 成员用 Premium，强合规走 Enterprise。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B6560A-5CBF-48AF-B510-A10CB015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F5DCC-BF59-45E7-944A-E1649FC2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7140496eee4ba3"/>
              </a:rPr>
              <a:t>Cursor Teams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43967cfbcf24afe"/>
              </a:rPr>
              <a:t> · Cursor Teams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03bd4be32e4e80"/>
              </a:rPr>
              <a:t> · Models &amp; Pricing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0B5B5-EF7F-4682-B5A8-B46AF364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77</a:t>
            </a:r>
          </a:p>
        </p:txBody>
      </p:sp>
    </p:spTree>
    <p:extLst>
      <p:ext uri="{BB962C8B-B14F-4D97-AF65-F5344CB8AC3E}">
        <p14:creationId xmlns:p14="http://schemas.microsoft.com/office/powerpoint/2010/main" val="40412649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7ECF3-F38D-481E-814C-7CD9E6BC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FF710-F3ED-4B79-8E96-615293F0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B9953-51DB-4404-A8A5-6D6FA866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Trae：个人 / 开发者套餐按任务强度分层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434B4-E656-4878-8945-02978D10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Free / Lite / Pro / Pro+ / Ultra 为公开主线，按 Basic Usage、Solo 并发和 early access 区分。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47700" y="1866900"/>
          <a:ext xmlns:a="http://schemas.openxmlformats.org/drawingml/2006/main" cx="1089660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000250"/>
                <a:gridCol w="2857500"/>
                <a:gridCol w="4419600"/>
              </a:tblGrid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Free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页面数据展示 Basic Usage $3 等值；另有请求和补全上限。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适合体验；Solo Agent / Builder / Coder 等高阶能力未开启。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$3/月；年付折 $2.25/月；一次性月付 $4.5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Basic Usage $5/月；按 token 乘模型 API rate 折算 Dollar Usage。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 Solo Agent / Builder / Coder；并行 Solo Agent 2。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当前页显示 $0（原 $10，活动）；年付折 $7.5/月；一次性月付 $15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Basic Usage $20/月。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高级模型请求、自动补全不限；并行 Solo Agent 10，适合日常 Agent 开发。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Pro+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$30/月；年付折 $22.5/月；一次性月付 $45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Basic Usage $90/月。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开启 early access；并行 Solo Agent 15，适合重度 Agent 与多任务。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22300">
                <a:tc>
                  <a:txBody>
                    <a:bodyPr anchor="ctr"/>
                    <a:lstStyle/>
                    <a:p>
                      <a:pPr algn="l"/>
                      <a:r>
                        <a:rPr sz="97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Ultra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$100/月；年付折 $75/月；一次性月付 $150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Basic Usage $400/月。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97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最高个人额度；并行 Solo Agent 20，适合长任务、复杂项目和高频生成。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2596C-EFF9-4553-857B-C14B01FF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个人和小团队可先用 Pro+ / Ultra 试点；团队试点不要只引用个人价格，需要单独确认组织治理、数据边界和额度模型。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70B315-21D6-42DB-B746-E783CD56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D7FE30-0853-402B-AA72-D3ADB564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0d7d41d0acc4f27"/>
              </a:rPr>
              <a:t>Trae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769eef4f3e54604"/>
              </a:rPr>
              <a:t> · Plans &amp; Billing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da70cd655124531"/>
              </a:rPr>
              <a:t> · Trae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5B4CE-7396-43D0-B21E-B83CB4BD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614746847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82C4D-0BF0-4603-8999-2F8B92D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047BD-42D3-483B-8573-041E4855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套餐、额度与能力差异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ABE12-6AE2-4F0E-A73C-D07B32EC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Trae：团队 / 企业版的差异主要在治理与共享额度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4E141-6BC3-43F0-8BA5-BDDCB484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企业方案通过 BytePlus 入口确认，官网公开页未披露企业额度细节。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47700" y="1885950"/>
          <a:ext xmlns:a="http://schemas.openxmlformats.org/drawingml/2006/main" cx="108966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095500"/>
                <a:gridCol w="2857500"/>
                <a:gridCol w="4229100"/>
              </a:tblGrid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套餐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公开价格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额度口径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能力差异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Enterprise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官方未公开，需确认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官网自助页未公开企业 token/额度表。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当前公开价格页主要展示个人五档；企业方案需要通过 BytePlus 入口进一步确认。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On-demand Usage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按超额 token 成本结算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月度 Basic Usage / Bonus Usage 耗尽后，Lite/Pro/Pro+/Ultra 可开启；按模型官方 API 价折算。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每累计 $3 触发一次付款；适合防止任务中断，但需要团队侧设置用量提醒。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97C01-72BC-4E7E-83F0-33B020CF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57800"/>
            <a:ext cx="108966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E59AC-B9A6-47DA-A2B7-6603E1EC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76521-10C0-4560-8674-9B98BAAF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2925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19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个人和小团队可先用 Pro+ / Ultra 试点；团队试点不要只引用个人价格，需要单独确认组织治理、数据边界和额度模型。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7F3DF9-EEBB-45C8-978D-6E83682F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AEFEDA-C830-44B5-940B-00F7A5B9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25269405e5b4203"/>
              </a:rPr>
              <a:t>Trae Pricing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34e524671ec4991"/>
              </a:rPr>
              <a:t> · Trae On-demand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6F6DB-025F-4F34-9A59-6B725ACF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79</a:t>
            </a:r>
          </a:p>
        </p:txBody>
      </p:sp>
    </p:spTree>
    <p:extLst>
      <p:ext uri="{BB962C8B-B14F-4D97-AF65-F5344CB8AC3E}">
        <p14:creationId xmlns:p14="http://schemas.microsoft.com/office/powerpoint/2010/main" val="148095974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A99B5-3D3F-4240-9F70-3EC6269B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B4260-CA6A-46A5-9C48-4ADBD28B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427FF-D64E-417F-A978-A5124615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上下文与知识资产：产品能力覆盖（1/2）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知识图谱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AGENTS.md / 规则文件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Repo Wiki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知识卡片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代码库索引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LSP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95C2B-3B9E-4479-BDAC-0DE692AE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87A65-74E1-4E68-9FD8-DEE95B6B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F1224-66C7-41CE-A578-32D25699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08dc35821e34fda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9B738-D3FA-444F-B036-AA0189B2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1552870029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CD701-1136-4FFA-AA13-F6700B97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12080-B933-4165-9F5A-46ECC9A4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F3F7A-6452-4954-84EB-68984AD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上下文与知识资产：产品能力覆盖（2/2）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2047875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204787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上下文管理与压缩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15C87-0C4B-4AF2-82E2-528CA359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7DE3A3-A876-4C21-9A0D-2BD2454E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8B247-1588-4C6B-8914-8775CC99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f916229b904428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DED0F-AB1D-46BC-8EE7-CB25B6E8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81</a:t>
            </a:r>
          </a:p>
        </p:txBody>
      </p:sp>
    </p:spTree>
    <p:extLst>
      <p:ext uri="{BB962C8B-B14F-4D97-AF65-F5344CB8AC3E}">
        <p14:creationId xmlns:p14="http://schemas.microsoft.com/office/powerpoint/2010/main" val="945812454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5A3D8-BDDF-4EC1-B5E7-8C9FA0BB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B3EF-BEA5-4CB7-AF15-9E984967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85A3-8DA7-4DA4-89E6-266495D1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任务编排与执行：产品能力覆盖（1/2）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Workflow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CLI 与编程使用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Goal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Quest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Cloud Agent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Solo 模式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MCP 与工具协议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D2E3D-F175-4D07-831C-E9F4EF04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8859D-A549-46DC-A354-8C9E46E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C4B9B-E6AC-4B13-B78A-D485456A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21cf3d6aed542a3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E8731-E7C7-4731-81B5-193BBBD7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82</a:t>
            </a:r>
          </a:p>
        </p:txBody>
      </p:sp>
    </p:spTree>
    <p:extLst>
      <p:ext uri="{BB962C8B-B14F-4D97-AF65-F5344CB8AC3E}">
        <p14:creationId xmlns:p14="http://schemas.microsoft.com/office/powerpoint/2010/main" val="1535318141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940B4-34D0-4047-9319-AAD8D416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DA076-242A-46F7-BF9F-AA486D9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BCB32-4080-4253-8394-F5BB6395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任务编排与执行：产品能力覆盖（2/2）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Slash Commands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远程开发环境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自动化、计划任务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Spec-driven / PRD 驱动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CI/CD 与非交互运行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SDK、Headless 与 IDE 集成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769F3-93DE-41ED-9446-7B8C097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BAA6E-C321-471D-BD03-203A8816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B8301-415A-4563-BD7E-29FA732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753cbf91790494a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7715C-D1D1-4DC8-B85E-57422F26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83</a:t>
            </a:r>
          </a:p>
        </p:txBody>
      </p:sp>
    </p:spTree>
    <p:extLst>
      <p:ext uri="{BB962C8B-B14F-4D97-AF65-F5344CB8AC3E}">
        <p14:creationId xmlns:p14="http://schemas.microsoft.com/office/powerpoint/2010/main" val="164613844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99405-4463-41CD-BE2F-67D3FC4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917390-6A2E-41DE-B348-226BB50C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BCE3D-8DA3-466E-8B71-45BDC503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多代理与团队协作：产品能力覆盖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819150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Sub Agent 与 Agent Team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Worktree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Channels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Todo 与进度可视化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C077E3-95DE-4BB0-A498-D75EE92C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FBC34-22E3-4242-BCF0-B1A3376D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42B90-E51E-4DD6-8F37-85A5D7F1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edd13eaa5e4d12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31B76-5842-45B3-8AFF-068690E5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84</a:t>
            </a:r>
          </a:p>
        </p:txBody>
      </p:sp>
    </p:spTree>
    <p:extLst>
      <p:ext uri="{BB962C8B-B14F-4D97-AF65-F5344CB8AC3E}">
        <p14:creationId xmlns:p14="http://schemas.microsoft.com/office/powerpoint/2010/main" val="1270030899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A51D4-385F-42DC-9DFA-D3E0F83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7E6D2-A581-4593-9107-30922F7E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7CEB0-F321-45D9-A315-26CB219D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治理、安全与成本控制：产品能力覆盖（1/2）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Hook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安全审核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企业版、专业版、计费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管理配置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OpenSec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权限、审批与沙箱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Secrets / Vault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9F6FB-8A57-4D76-AD5E-CCEABCDB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EB3CF-B267-4A50-8591-7F941D6B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31A82-4562-4FE8-B764-16BD3362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3e56388215741ea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5A79F1-EDA6-4F7C-BA35-6D70F379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</p:spTree>
    <p:extLst>
      <p:ext uri="{BB962C8B-B14F-4D97-AF65-F5344CB8AC3E}">
        <p14:creationId xmlns:p14="http://schemas.microsoft.com/office/powerpoint/2010/main" val="1785451087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01509-B485-4A71-9208-417D2560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00724F-9E68-4306-AFB9-5EA537054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52EDB-55B6-49B1-A1A1-6DDB2887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治理、安全与成本控制：产品能力覆盖（2/2）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隐私、数据治理与合规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用量分析与成本追踪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可观测性、审计与追踪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模型选择、BYOK 与路由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Prompt Caching 与成本优化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34FA3B-AF8D-4699-9186-F1A0608A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98965-28B1-4020-8247-1F90B57A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536D6-CE30-48E1-A223-1687AF5B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552c105d53046e7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0D86B-4A65-4F30-A057-318161C75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</p:spTree>
    <p:extLst>
      <p:ext uri="{BB962C8B-B14F-4D97-AF65-F5344CB8AC3E}">
        <p14:creationId xmlns:p14="http://schemas.microsoft.com/office/powerpoint/2010/main" val="2049375671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7F95E-5DA7-43E4-97C3-261E27C5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A9337-D231-43B8-A7C5-8C99A6CB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81459-0048-44D7-BE2D-478A8286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开发体验与多模态输入：产品能力覆盖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Computer Use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Figma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调试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自动补全与 Inline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浏览器预览、测试与部署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85107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多模态输入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EFE0C-5458-40C9-8556-BF59B77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712D6-41E0-4D96-9F96-4A033BA4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667BA7-0E2E-4724-845E-F7D3E195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126c14fc44f4074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3AF55-41D7-4291-BD2C-A6F4C06F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87</a:t>
            </a:r>
          </a:p>
        </p:txBody>
      </p:sp>
    </p:spTree>
    <p:extLst>
      <p:ext uri="{BB962C8B-B14F-4D97-AF65-F5344CB8AC3E}">
        <p14:creationId xmlns:p14="http://schemas.microsoft.com/office/powerpoint/2010/main" val="16854306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3F0FE-BDC4-46B7-8A7B-1C488F28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42213-59CB-4B95-8E65-9A2060AD7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产品能力覆盖矩阵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42C6F-6802-4659-BB9B-FEA3A9AA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交付、评审与能力复用：产品能力覆盖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1352550"/>
                <a:gridCol w="1352550"/>
                <a:gridCol w="1352550"/>
                <a:gridCol w="1352550"/>
                <a:gridCol w="1352550"/>
                <a:gridCol w="1352550"/>
              </a:tblGrid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华为云码道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Claude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Qoder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Codex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Cursor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Trae</a:t>
                      </a:r>
                    </a:p>
                  </a:txBody>
                  <a:tcPr marL="57150" marR="57150" marT="47625" marB="47625" anchor="ctr">
                    <a:solidFill>
                      <a:srgbClr val="78000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Artifacts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Review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Superpowers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设计模式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画布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插件、Skills、Marketplace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  <a:tr h="511969">
                <a:tc>
                  <a:txBody>
                    <a:bodyPr anchor="ctr"/>
                    <a:lstStyle/>
                    <a:p>
                      <a:pPr algn="l"/>
                      <a:r>
                        <a:rPr sz="1125" b="1">
                          <a:solidFill>
                            <a:srgbClr val="78000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Checkpoint / 回滚</a:t>
                      </a:r>
                    </a:p>
                  </a:txBody>
                  <a:tcPr marL="57150" marR="57150" marT="38100" marB="38100" anchor="ctr">
                    <a:solidFill>
                      <a:srgbClr val="FFF3F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125">
                          <a:solidFill>
                            <a:srgbClr val="1D1D1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未见</a:t>
                      </a:r>
                    </a:p>
                  </a:txBody>
                  <a:tcPr marL="57150" marR="5715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B9DEF-0D20-441D-930C-1F1678C9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5757"/>
                </a:solidFill>
                <a:latin typeface="Microsoft YaHei"/>
                <a:ea typeface="Microsoft YaHei"/>
                <a:cs typeface="Microsoft YaHei"/>
              </a:rPr>
              <a:t>明确：官网同名或直接能力  |  相近：可支撑同类实践  |  未见：本轮官网证据不足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B32747-617C-4CE0-8848-84B227B3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EFA40-F06E-47ED-9F30-1743B737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f94af6d656d4e12"/>
              </a:rPr>
              <a:t>在线完整文档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A35FD-9D67-4BA3-A3DE-D1F526AC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88</a:t>
            </a:r>
          </a:p>
        </p:txBody>
      </p:sp>
    </p:spTree>
    <p:extLst>
      <p:ext uri="{BB962C8B-B14F-4D97-AF65-F5344CB8AC3E}">
        <p14:creationId xmlns:p14="http://schemas.microsoft.com/office/powerpoint/2010/main" val="535846601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BFB0DC-618C-462E-A9CD-862728A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6EAD9-B3EC-4108-BCB9-E6E1BBC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AI Coding 工具能力赋能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B81DB-D830-47D0-951B-2804BB8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完整来源保留在在线文档，PPT每页提供就近引用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71AAC-247B-44AD-8124-423B2C06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66675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578AC-718F-4A86-84A3-776B3E7E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来源治理原则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7948F-DE17-4A93-9A20-96D089E8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5810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能力判断优先引用产品官网与官方文档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“明确 / 相近 / 未见”按官网证据分级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套餐价格保留复核日期，促销价单独标注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博客案例只作为方法线索，不直接当作内部效果承诺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• 在线文档保留全部 143 条来源索引与完整正文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8025C-46A5-45D5-85C9-BD818E59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581150"/>
            <a:ext cx="37147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3"/>
          </a:solidFill>
          <a:ln xmlns:a="http://schemas.openxmlformats.org/drawingml/2006/main" w="9525">
            <a:solidFill>
              <a:srgbClr val="C7000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8154A-042E-4386-9A4A-D0EA429B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在线完整文档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0D7EA-29A4-4C31-9920-7B8D97C7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连续阅读</a:t>
            </a:r>
          </a:p>
          <a:p xmlns:a="http://schemas.openxmlformats.org/drawingml/2006/main">
            <a:pPr algn="ctr">
              <a:def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搜索与产品筛选</a:t>
            </a:r>
          </a:p>
          <a:p xmlns:a="http://schemas.openxmlformats.org/drawingml/2006/main">
            <a:pPr algn="ctr">
              <a:def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能力关系总览</a:t>
            </a:r>
          </a:p>
          <a:p xmlns:a="http://schemas.openxmlformats.org/drawingml/2006/main">
            <a:pPr algn="ctr">
              <a:def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完整价格与来源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797BD-BA56-46CC-9FC1-EEA4609C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14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77893c543d94949"/>
              </a:rPr>
              <a:t>打开在线文档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500BC5-7BFE-4577-BBD9-BD808415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31CC7-9373-4CDB-86E7-13660FE3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8c4a3941904416"/>
              </a:rPr>
              <a:t>在线完整文档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0AC6E-C35D-439F-9438-0FE7BC9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89</a:t>
            </a:r>
          </a:p>
        </p:txBody>
      </p:sp>
    </p:spTree>
    <p:extLst>
      <p:ext uri="{BB962C8B-B14F-4D97-AF65-F5344CB8AC3E}">
        <p14:creationId xmlns:p14="http://schemas.microsoft.com/office/powerpoint/2010/main" val="803343201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034D8-AF2F-4823-A535-3C1E51F6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0FCB9-BC45-452C-9586-12FE7A1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90600"/>
            <a:ext cx="990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把 AI Coding 当成研发能力体系，而不是单个工具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843F9-59B4-475A-9032-31A7F39E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000F"/>
          </a:solidFill>
          <a:ln xmlns:a="http://schemas.openxmlformats.org/drawingml/2006/main" w="0">
            <a:solidFill>
              <a:srgbClr val="78000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398AB-6023-466F-A35F-CFEF8DCC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57394-2A63-4EFD-8735-147BC5A8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先让 Agent 看懂项目：规则、索引、知识与上下文必须可靠。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7D4A3-7547-4875-B577-1CC4BF10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766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967B4-F2CC-4807-887C-1F5C7C38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00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B4123-4032-4F4D-B4C1-4577816D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814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再让任务可执行：计划、工具、权限、验证与回滚形成闭环。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D6C26-F36D-41B3-9527-EEDEBCE8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529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F19B30-5498-432A-A196-B1F909FB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58E0F-E7C5-46B5-BBEA-C32E8B9D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5770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D1D1A"/>
                </a:solidFill>
                <a:latin typeface="Microsoft YaHei"/>
                <a:ea typeface="Microsoft YaHei"/>
                <a:cs typeface="Microsoft YaHei"/>
              </a:rPr>
              <a:t>最后规模化治理：审计、模型、配额、数据边界和团队资产统一管理。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4F364-E84A-48D7-8CA6-E8EDC502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2920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5F824-3410-4A15-A585-BE15237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选择产品时回到同一标准：上下文可靠、过程可控、结果可审、风险可追。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CFCD1-00B6-477A-AED8-7C871CBC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569DC-B6EB-4020-8C27-1CDE05B6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15100"/>
            <a:ext cx="971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官网资料复核：2026-07-21  |  </a:t>
            </a:r>
            <a:r>
              <a:rPr sz="825" u="sng">
                <a:solidFill>
                  <a:srgbClr val="898989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a321007c8854b51"/>
              </a:rPr>
              <a:t>在线完整文档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DCAEF-72A0-4406-994B-89C6CFE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9605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78000F"/>
                </a:solidFill>
                <a:latin typeface="Microsoft YaHei"/>
                <a:ea typeface="Microsoft YaHei"/>
                <a:cs typeface="Microsoft YaHei"/>
              </a:rPr>
              <a:t>90</a:t>
            </a:r>
          </a:p>
        </p:txBody>
      </p:sp>
    </p:spTree>
    <p:extLst>
      <p:ext uri="{BB962C8B-B14F-4D97-AF65-F5344CB8AC3E}">
        <p14:creationId xmlns:p14="http://schemas.microsoft.com/office/powerpoint/2010/main" val="16939178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2026-07-23T02:31:33.2610000Z</dcterms:created>
  <dcterms:modified xsi:type="dcterms:W3CDTF">2026-07-23T02:31:33.2610000Z</dcterms:modified>
</coreProperties>
</file>