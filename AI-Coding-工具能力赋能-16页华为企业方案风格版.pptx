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1f66d1f48944e7" /><Relationship Type="http://schemas.openxmlformats.org/officeDocument/2006/relationships/extended-properties" Target="/docProps/app.xml" Id="Rebe2555586c84479" /><Relationship Type="http://schemas.openxmlformats.org/officeDocument/2006/relationships/officeDocument" Target="/ppt/presentation.xml" Id="R4a29d325d5344d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6f7d4d1a4043f5"/>
  </p:sldMasterIdLst>
  <p:notesMasterIdLst>
    <p:notesMasterId xmlns:r="http://schemas.openxmlformats.org/officeDocument/2006/relationships" r:id="Rddd0933af382401c"/>
  </p:notesMasterIdLst>
  <p:sldIdLst>
    <p:sldId xmlns:r="http://schemas.openxmlformats.org/officeDocument/2006/relationships" id="256" r:id="Rfc31924b43a5425a"/>
    <p:sldId xmlns:r="http://schemas.openxmlformats.org/officeDocument/2006/relationships" id="257" r:id="R65c5aa965ae644ef"/>
    <p:sldId xmlns:r="http://schemas.openxmlformats.org/officeDocument/2006/relationships" id="258" r:id="R61236fc5bec94e78"/>
    <p:sldId xmlns:r="http://schemas.openxmlformats.org/officeDocument/2006/relationships" id="259" r:id="R463e172bfb9d49f1"/>
    <p:sldId xmlns:r="http://schemas.openxmlformats.org/officeDocument/2006/relationships" id="260" r:id="R2ed639fb0b3e4900"/>
    <p:sldId xmlns:r="http://schemas.openxmlformats.org/officeDocument/2006/relationships" id="261" r:id="R4f418e0e301f41cb"/>
    <p:sldId xmlns:r="http://schemas.openxmlformats.org/officeDocument/2006/relationships" id="262" r:id="Rcaaaf196242d4443"/>
    <p:sldId xmlns:r="http://schemas.openxmlformats.org/officeDocument/2006/relationships" id="263" r:id="R9d7aae8b0c43462e"/>
    <p:sldId xmlns:r="http://schemas.openxmlformats.org/officeDocument/2006/relationships" id="264" r:id="Re5b19c7de7eb434d"/>
    <p:sldId xmlns:r="http://schemas.openxmlformats.org/officeDocument/2006/relationships" id="265" r:id="Rd98bf7da1b3c4e76"/>
    <p:sldId xmlns:r="http://schemas.openxmlformats.org/officeDocument/2006/relationships" id="266" r:id="R3905d650151344c1"/>
    <p:sldId xmlns:r="http://schemas.openxmlformats.org/officeDocument/2006/relationships" id="267" r:id="R81d88b5de3104f3c"/>
    <p:sldId xmlns:r="http://schemas.openxmlformats.org/officeDocument/2006/relationships" id="268" r:id="Rda2246d35e9a4bb5"/>
    <p:sldId xmlns:r="http://schemas.openxmlformats.org/officeDocument/2006/relationships" id="269" r:id="Rf2bf50485b044c79"/>
    <p:sldId xmlns:r="http://schemas.openxmlformats.org/officeDocument/2006/relationships" id="270" r:id="R5dbd9af504ab4532"/>
    <p:sldId xmlns:r="http://schemas.openxmlformats.org/officeDocument/2006/relationships" id="271" r:id="Rb87a26f051f14f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cbd00cfc434e17" /><Relationship Type="http://schemas.openxmlformats.org/officeDocument/2006/relationships/slideMaster" Target="/ppt/slideMasters/slideMaster1.xml" Id="Rf76f7d4d1a4043f5" /><Relationship Type="http://schemas.openxmlformats.org/officeDocument/2006/relationships/notesMaster" Target="/ppt/notesMasters/notesMaster1.xml" Id="Rddd0933af382401c" /><Relationship Type="http://schemas.openxmlformats.org/officeDocument/2006/relationships/presProps" Target="/ppt/presProps.xml" Id="R4020c42e312741d1" /><Relationship Type="http://schemas.openxmlformats.org/officeDocument/2006/relationships/tableStyles" Target="/ppt/tableStyles.xml" Id="Re8edb8ba01394696" /><Relationship Type="http://schemas.openxmlformats.org/officeDocument/2006/relationships/slide" Target="/ppt/slides/slide1.xml" Id="Rfc31924b43a5425a" /><Relationship Type="http://schemas.openxmlformats.org/officeDocument/2006/relationships/slide" Target="/ppt/slides/slide2.xml" Id="R65c5aa965ae644ef" /><Relationship Type="http://schemas.openxmlformats.org/officeDocument/2006/relationships/slide" Target="/ppt/slides/slide3.xml" Id="R61236fc5bec94e78" /><Relationship Type="http://schemas.openxmlformats.org/officeDocument/2006/relationships/slide" Target="/ppt/slides/slide4.xml" Id="R463e172bfb9d49f1" /><Relationship Type="http://schemas.openxmlformats.org/officeDocument/2006/relationships/slide" Target="/ppt/slides/slide5.xml" Id="R2ed639fb0b3e4900" /><Relationship Type="http://schemas.openxmlformats.org/officeDocument/2006/relationships/slide" Target="/ppt/slides/slide6.xml" Id="R4f418e0e301f41cb" /><Relationship Type="http://schemas.openxmlformats.org/officeDocument/2006/relationships/slide" Target="/ppt/slides/slide7.xml" Id="Rcaaaf196242d4443" /><Relationship Type="http://schemas.openxmlformats.org/officeDocument/2006/relationships/slide" Target="/ppt/slides/slide8.xml" Id="R9d7aae8b0c43462e" /><Relationship Type="http://schemas.openxmlformats.org/officeDocument/2006/relationships/slide" Target="/ppt/slides/slide9.xml" Id="Re5b19c7de7eb434d" /><Relationship Type="http://schemas.openxmlformats.org/officeDocument/2006/relationships/slide" Target="/ppt/slides/slide10.xml" Id="Rd98bf7da1b3c4e76" /><Relationship Type="http://schemas.openxmlformats.org/officeDocument/2006/relationships/slide" Target="/ppt/slides/slide11.xml" Id="R3905d650151344c1" /><Relationship Type="http://schemas.openxmlformats.org/officeDocument/2006/relationships/slide" Target="/ppt/slides/slide12.xml" Id="R81d88b5de3104f3c" /><Relationship Type="http://schemas.openxmlformats.org/officeDocument/2006/relationships/slide" Target="/ppt/slides/slide13.xml" Id="Rda2246d35e9a4bb5" /><Relationship Type="http://schemas.openxmlformats.org/officeDocument/2006/relationships/slide" Target="/ppt/slides/slide14.xml" Id="Rf2bf50485b044c79" /><Relationship Type="http://schemas.openxmlformats.org/officeDocument/2006/relationships/slide" Target="/ppt/slides/slide15.xml" Id="R5dbd9af504ab4532" /><Relationship Type="http://schemas.openxmlformats.org/officeDocument/2006/relationships/slide" Target="/ppt/slides/slide16.xml" Id="Rb87a26f051f14f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ed1463b30341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bd1e48f8d9475c" /><Relationship Type="http://schemas.openxmlformats.org/officeDocument/2006/relationships/notesMaster" Target="/ppt/notesMasters/notesMaster1.xml" Id="Re119fe3aec4446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244da1a7024254" /><Relationship Type="http://schemas.openxmlformats.org/officeDocument/2006/relationships/notesMaster" Target="/ppt/notesMasters/notesMaster1.xml" Id="R154b5d03a7ed4b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98fc18cca84da1" /><Relationship Type="http://schemas.openxmlformats.org/officeDocument/2006/relationships/notesMaster" Target="/ppt/notesMasters/notesMaster1.xml" Id="R4cfd3867a3eb4d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7154fb8ad44d1a" /><Relationship Type="http://schemas.openxmlformats.org/officeDocument/2006/relationships/notesMaster" Target="/ppt/notesMasters/notesMaster1.xml" Id="R1cc1f6a71f8f41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74a53663ae41a7" /><Relationship Type="http://schemas.openxmlformats.org/officeDocument/2006/relationships/notesMaster" Target="/ppt/notesMasters/notesMaster1.xml" Id="R0bb38751768d4c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b7ea00002e45ec" /><Relationship Type="http://schemas.openxmlformats.org/officeDocument/2006/relationships/notesMaster" Target="/ppt/notesMasters/notesMaster1.xml" Id="Re5208097834041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4762164a7c4db9" /><Relationship Type="http://schemas.openxmlformats.org/officeDocument/2006/relationships/notesMaster" Target="/ppt/notesMasters/notesMaster1.xml" Id="R3e43fff7ac3841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5e627a8d6a46d7" /><Relationship Type="http://schemas.openxmlformats.org/officeDocument/2006/relationships/notesMaster" Target="/ppt/notesMasters/notesMaster1.xml" Id="Rb6149aad8d1d42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85a4705f8340c8" /><Relationship Type="http://schemas.openxmlformats.org/officeDocument/2006/relationships/notesMaster" Target="/ppt/notesMasters/notesMaster1.xml" Id="Rcf71bff410c24a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4676cef56a414e" /><Relationship Type="http://schemas.openxmlformats.org/officeDocument/2006/relationships/notesMaster" Target="/ppt/notesMasters/notesMaster1.xml" Id="R2b9c7f95e3c14c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bdbe61b1824cf4" /><Relationship Type="http://schemas.openxmlformats.org/officeDocument/2006/relationships/notesMaster" Target="/ppt/notesMasters/notesMaster1.xml" Id="Rcd71aceb611244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06350566794c69" /><Relationship Type="http://schemas.openxmlformats.org/officeDocument/2006/relationships/notesMaster" Target="/ppt/notesMasters/notesMaster1.xml" Id="R40a45685506541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1be7c1c2e64c7f" /><Relationship Type="http://schemas.openxmlformats.org/officeDocument/2006/relationships/notesMaster" Target="/ppt/notesMasters/notesMaster1.xml" Id="R1e9af0f8fb6347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74dcef399047a4" /><Relationship Type="http://schemas.openxmlformats.org/officeDocument/2006/relationships/notesMaster" Target="/ppt/notesMasters/notesMaster1.xml" Id="Rb0d6f97a20a148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26c474845146e7" /><Relationship Type="http://schemas.openxmlformats.org/officeDocument/2006/relationships/notesMaster" Target="/ppt/notesMasters/notesMaster1.xml" Id="Rb09005110d0640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45cd1fa2ca4f82" /><Relationship Type="http://schemas.openxmlformats.org/officeDocument/2006/relationships/notesMaster" Target="/ppt/notesMasters/notesMaster1.xml" Id="R4236da19257446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85508d66b47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b5aef1ac6e4416" /><Relationship Type="http://schemas.openxmlformats.org/officeDocument/2006/relationships/slideLayout" Target="/ppt/slideLayouts/slideLayout1.xml" Id="R4458f1c85d4947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58f1c85d4947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98c807fbf4db7" /><Relationship Type="http://schemas.openxmlformats.org/officeDocument/2006/relationships/image" Target="/ppt/media/image.png" Id="R7e4bd292592b4705" /><Relationship Type="http://schemas.openxmlformats.org/officeDocument/2006/relationships/image" Target="/ppt/media/image2.png" Id="R6173430f837948bc" /><Relationship Type="http://schemas.openxmlformats.org/officeDocument/2006/relationships/notesSlide" Target="/ppt/notesSlides/notesSlide1.xml" Id="Rf4550396498d48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a77d1d2b7424e" /><Relationship Type="http://schemas.openxmlformats.org/officeDocument/2006/relationships/hyperlink" Target="https://support.huaweicloud.com/productdesc-codeartssnap/codeartsdoer_pd_0001.html" TargetMode="External" Id="R23ca2dd9e6ca4ea0" /><Relationship Type="http://schemas.openxmlformats.org/officeDocument/2006/relationships/hyperlink" Target="https://code.claude.com/docs/en/overview" TargetMode="External" Id="R54bc2a313dab4c3c" /><Relationship Type="http://schemas.openxmlformats.org/officeDocument/2006/relationships/hyperlink" Target="https://docs.qoder.com/" TargetMode="External" Id="R18f53630605e4730" /><Relationship Type="http://schemas.openxmlformats.org/officeDocument/2006/relationships/hyperlink" Target="https://learn.chatgpt.com/docs" TargetMode="External" Id="R3f616f0dc76644ea" /><Relationship Type="http://schemas.openxmlformats.org/officeDocument/2006/relationships/notesSlide" Target="/ppt/notesSlides/notesSlide2.xml" Id="R418ac916af6c4a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e4688cd964c11" /><Relationship Type="http://schemas.openxmlformats.org/officeDocument/2006/relationships/hyperlink" Target="https://codearts.huaweicloud.com/pricing.html" TargetMode="External" Id="Re1eff71ddf374d87" /><Relationship Type="http://schemas.openxmlformats.org/officeDocument/2006/relationships/hyperlink" Target="https://support.claude.com/en/articles/11049762-choose-a-claude-plan" TargetMode="External" Id="R6cbb8df38bf54c5c" /><Relationship Type="http://schemas.openxmlformats.org/officeDocument/2006/relationships/hyperlink" Target="https://docs.qoder.com/account/pricing" TargetMode="External" Id="R1825fc0f6e47434b" /><Relationship Type="http://schemas.openxmlformats.org/officeDocument/2006/relationships/hyperlink" Target="https://learn.chatgpt.com/docs/pricing" TargetMode="External" Id="Rbf902a5073e7449b" /><Relationship Type="http://schemas.openxmlformats.org/officeDocument/2006/relationships/notesSlide" Target="/ppt/notesSlides/notesSlide3.xml" Id="R45103cd718d848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d2f8758504ba5" /><Relationship Type="http://schemas.openxmlformats.org/officeDocument/2006/relationships/hyperlink" Target="https://codearts.huaweicloud.com/pricing.html" TargetMode="External" Id="R686aebd77ee9467f" /><Relationship Type="http://schemas.openxmlformats.org/officeDocument/2006/relationships/hyperlink" Target="https://docs.qoder.com/account/pricing" TargetMode="External" Id="R647aa8a3a3e34b48" /><Relationship Type="http://schemas.openxmlformats.org/officeDocument/2006/relationships/hyperlink" Target="https://cursor.com/pricing" TargetMode="External" Id="Rf6675573dcf3404e" /><Relationship Type="http://schemas.openxmlformats.org/officeDocument/2006/relationships/hyperlink" Target="https://www.trae.ai/pricing" TargetMode="External" Id="R26db1a27792640dd" /><Relationship Type="http://schemas.openxmlformats.org/officeDocument/2006/relationships/notesSlide" Target="/ppt/notesSlides/notesSlide4.xml" Id="R8e31909cc5f847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f48083bff4e44" /><Relationship Type="http://schemas.openxmlformats.org/officeDocument/2006/relationships/image" Target="/ppt/media/image.jpeg" Id="Rc513f400c4084241" /><Relationship Type="http://schemas.openxmlformats.org/officeDocument/2006/relationships/hyperlink" Target="https://docs.qoder.com/account/enterprise/knowledge-base" TargetMode="External" Id="R2bf6b215211d4a86" /><Relationship Type="http://schemas.openxmlformats.org/officeDocument/2006/relationships/hyperlink" Target="https://qoder.com/blog/qoder-llm?type=%E6%8A%80%E6%9C%AF" TargetMode="External" Id="R5b1bacae6ccd40df" /><Relationship Type="http://schemas.openxmlformats.org/officeDocument/2006/relationships/hyperlink" Target="https://support.huaweicloud.com/usermanual-codeartssnap/codeartsagent_ug_0001.html" TargetMode="External" Id="R65013f24e24b45c3" /><Relationship Type="http://schemas.openxmlformats.org/officeDocument/2006/relationships/notesSlide" Target="/ppt/notesSlides/notesSlide5.xml" Id="Rae4b9d67664647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636b5b1b848cb" /><Relationship Type="http://schemas.openxmlformats.org/officeDocument/2006/relationships/image" Target="/ppt/media/image.bin" Id="R97dfdcec12e04ff1" /><Relationship Type="http://schemas.openxmlformats.org/officeDocument/2006/relationships/hyperlink" Target="https://qoder.com/blog/qoder-v1-mega-rewrite" TargetMode="External" Id="Rbdf9d79f47b747c8" /><Relationship Type="http://schemas.openxmlformats.org/officeDocument/2006/relationships/hyperlink" Target="https://docs.qoder.com/user-guide/quest/execution-environments" TargetMode="External" Id="R33f45579c1f54a5b" /><Relationship Type="http://schemas.openxmlformats.org/officeDocument/2006/relationships/notesSlide" Target="/ppt/notesSlides/notesSlide6.xml" Id="R31302849b45c44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4b52047d7474d" /><Relationship Type="http://schemas.openxmlformats.org/officeDocument/2006/relationships/hyperlink" Target="https://support.huaweicloud.com/usermanual-codeartssnap/codeartsagent_ug_0001.html" TargetMode="External" Id="R9fff3a59966e4bae" /><Relationship Type="http://schemas.openxmlformats.org/officeDocument/2006/relationships/hyperlink" Target="https://docs.qoder.com/user-guide/indexing" TargetMode="External" Id="R64c3a094c4074a7c" /><Relationship Type="http://schemas.openxmlformats.org/officeDocument/2006/relationships/hyperlink" Target="https://docs.qoder.com/user-guide/repo-wiki" TargetMode="External" Id="Rfabdbcf33b9e496f" /><Relationship Type="http://schemas.openxmlformats.org/officeDocument/2006/relationships/hyperlink" Target="https://docs.qoder.com/account/enterprise/qmind" TargetMode="External" Id="R921ee67c49e04c9b" /><Relationship Type="http://schemas.openxmlformats.org/officeDocument/2006/relationships/notesSlide" Target="/ppt/notesSlides/notesSlide7.xml" Id="R9c919cb1a3b440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0e8a234e64af1" /><Relationship Type="http://schemas.openxmlformats.org/officeDocument/2006/relationships/hyperlink" Target="https://code.claude.com/docs/en/workflows" TargetMode="External" Id="R923ff8798d43439c" /><Relationship Type="http://schemas.openxmlformats.org/officeDocument/2006/relationships/hyperlink" Target="https://code.claude.com/docs/en/goal" TargetMode="External" Id="R159b70284cf64daa" /><Relationship Type="http://schemas.openxmlformats.org/officeDocument/2006/relationships/hyperlink" Target="https://docs.qoder.com/user-guide/quest/spec-driven" TargetMode="External" Id="R5b74709f491e438b" /><Relationship Type="http://schemas.openxmlformats.org/officeDocument/2006/relationships/hyperlink" Target="https://docs.trae.ai/ide/solo-mode" TargetMode="External" Id="R6cea7d83c618439a" /><Relationship Type="http://schemas.openxmlformats.org/officeDocument/2006/relationships/notesSlide" Target="/ppt/notesSlides/notesSlide8.xml" Id="R8e0b1976b56043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e0ae690854dac" /><Relationship Type="http://schemas.openxmlformats.org/officeDocument/2006/relationships/hyperlink" Target="https://code.claude.com/docs/en/agent-teams" TargetMode="External" Id="Rf9fd9ab894dd4522" /><Relationship Type="http://schemas.openxmlformats.org/officeDocument/2006/relationships/hyperlink" Target="https://code.claude.com/docs/en/workflows" TargetMode="External" Id="Rd08aca3f83704ac0" /><Relationship Type="http://schemas.openxmlformats.org/officeDocument/2006/relationships/hyperlink" Target="https://docs.qoder.com/user-guide/quest/overview" TargetMode="External" Id="R45b10178d5ef4f80" /><Relationship Type="http://schemas.openxmlformats.org/officeDocument/2006/relationships/hyperlink" Target="https://support.huaweicloud.com/usermanual-codeartssnap/codeartsagent_ug_0052.html" TargetMode="External" Id="R57f6b9aa427a434b" /><Relationship Type="http://schemas.openxmlformats.org/officeDocument/2006/relationships/notesSlide" Target="/ppt/notesSlides/notesSlide9.xml" Id="Rd31bf11299ac42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7e251ee25499e" /><Relationship Type="http://schemas.openxmlformats.org/officeDocument/2006/relationships/image" Target="/ppt/media/image3.png" Id="Rdb5719297f7249f7" /><Relationship Type="http://schemas.openxmlformats.org/officeDocument/2006/relationships/hyperlink" Target="https://docs.trae.ai/ide/figma-to-code" TargetMode="External" Id="Rafd3c566a06e474f" /><Relationship Type="http://schemas.openxmlformats.org/officeDocument/2006/relationships/hyperlink" Target="https://help.figma.com/hc/en-us/categories/14559151746583-Dev-Mode" TargetMode="External" Id="R9cee39942ba74a26" /><Relationship Type="http://schemas.openxmlformats.org/officeDocument/2006/relationships/notesSlide" Target="/ppt/notesSlides/notesSlide10.xml" Id="R2a3986da424b46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a873a4fcf474f" /><Relationship Type="http://schemas.openxmlformats.org/officeDocument/2006/relationships/hyperlink" Target="https://learn.chatgpt.com/docs/browser" TargetMode="External" Id="Re9cde22f3182476b" /><Relationship Type="http://schemas.openxmlformats.org/officeDocument/2006/relationships/hyperlink" Target="https://docs.trae.ai/ide/browser-and-preview" TargetMode="External" Id="Reae3c1a6508041d3" /><Relationship Type="http://schemas.openxmlformats.org/officeDocument/2006/relationships/hyperlink" Target="https://playwright.dev/docs/best-practices" TargetMode="External" Id="R4af801235c5548ca" /><Relationship Type="http://schemas.openxmlformats.org/officeDocument/2006/relationships/notesSlide" Target="/ppt/notesSlides/notesSlide11.xml" Id="Rdc5f896ebb6c45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05e75197b4898" /><Relationship Type="http://schemas.openxmlformats.org/officeDocument/2006/relationships/hyperlink" Target="https://github.com/obra/superpowers" TargetMode="External" Id="R119469b8d99049c6" /><Relationship Type="http://schemas.openxmlformats.org/officeDocument/2006/relationships/notesSlide" Target="/ppt/notesSlides/notesSlide12.xml" Id="Raac49f19b2894e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92464d0cb43b2" /><Relationship Type="http://schemas.openxmlformats.org/officeDocument/2006/relationships/hyperlink" Target="https://github.com/Fission-AI/OpenSpec" TargetMode="External" Id="R1007960a2ea547be" /><Relationship Type="http://schemas.openxmlformats.org/officeDocument/2006/relationships/notesSlide" Target="/ppt/notesSlides/notesSlide13.xml" Id="Rd855d81a9be247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0623c608c459a" /><Relationship Type="http://schemas.openxmlformats.org/officeDocument/2006/relationships/hyperlink" Target="https://learn.chatgpt.com/docs/pricing" TargetMode="External" Id="R231f288a7ffb4ae5" /><Relationship Type="http://schemas.openxmlformats.org/officeDocument/2006/relationships/hyperlink" Target="https://platform.openai.com/docs/guides/prompt-caching" TargetMode="External" Id="Rae5b0bab33c1413f" /><Relationship Type="http://schemas.openxmlformats.org/officeDocument/2006/relationships/hyperlink" Target="https://docs.qoder.com/user-guide/context-compression" TargetMode="External" Id="Radd2b73bba4d488a" /><Relationship Type="http://schemas.openxmlformats.org/officeDocument/2006/relationships/hyperlink" Target="https://docs.anthropic.com/en/docs/build-with-claude/prompt-caching" TargetMode="External" Id="R0ca2ef9360e543ab" /><Relationship Type="http://schemas.openxmlformats.org/officeDocument/2006/relationships/notesSlide" Target="/ppt/notesSlides/notesSlide14.xml" Id="R53f7a1a63cdd4c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f2c7410194a2d" /><Relationship Type="http://schemas.openxmlformats.org/officeDocument/2006/relationships/image" Target="/ppt/media/image4.png" Id="R8f29b10334e947cd" /><Relationship Type="http://schemas.openxmlformats.org/officeDocument/2006/relationships/hyperlink" Target="https://docs.bigmodel.cn/cn/coding-plan/learning-resources/how-coding-agent-works" TargetMode="External" Id="Reb848af4c6404d0f" /><Relationship Type="http://schemas.openxmlformats.org/officeDocument/2006/relationships/notesSlide" Target="/ppt/notesSlides/notesSlide15.xml" Id="Rd5bcd4cdffad4c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3d3df4f6c4582" /><Relationship Type="http://schemas.openxmlformats.org/officeDocument/2006/relationships/hyperlink" Target="https://docs.bigmodel.cn/cn/coding-plan/learning-resources/common-workflow" TargetMode="External" Id="R7954ea22a92b4f35" /><Relationship Type="http://schemas.openxmlformats.org/officeDocument/2006/relationships/notesSlide" Target="/ppt/notesSlides/notesSlide16.xml" Id="R8ab4afa4863940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bd292592b47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D6B0C-9BF3-4D35-9DE5-8E462CD6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D6B8B-32E1-4033-8700-191F2AAD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AI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935CA-2DDE-4116-9E11-3D19554F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工具能力赋能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5905F-EC2D-463A-B4C5-07104AA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86BDD-14F7-40A1-81E9-37DBBCF2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能力框架 · 编程模式 · Agent工程实践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2511A-91B3-4713-BCE7-09DE0409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华为云码道 / Claude Code / Qoder / OpenAI Codex / Cursor / Trae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DCECE-760C-4132-83A8-3FFB63EE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部门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7DA9B-1474-44D1-808F-56935687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88479-96F1-40B6-9EB9-C0EE0D26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0BF95-D741-4E35-BA26-9B76B388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481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作者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60946-FF38-4279-9742-FA26AABF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48125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____________________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C020D-1824-4971-95A6-58ED4D63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492E3-B719-4BAD-8030-A383778E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日期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33275-5FF0-4763-B598-D8D6B9F9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2026年7月23日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776FC-7336-4B07-A080-A5765A60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93F601-BB9B-432B-A6CE-99B77A79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安全级别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53631-7271-4860-9C80-C7ED2D11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863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内部公开（可修改）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9E4FE-319F-4F7B-A5A7-E2354046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81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3430f837948bc"/>
          <a:stretch xmlns:a="http://schemas.openxmlformats.org/drawingml/2006/main"/>
        </p:blipFill>
        <p:spPr>
          <a:xfrm xmlns:a="http://schemas.openxmlformats.org/drawingml/2006/main">
            <a:off x="9715500" y="5811861"/>
            <a:ext cx="1885950" cy="425402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D8C92-8183-4815-BFA8-0047BB9D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296025"/>
            <a:ext cx="25241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HUAWEI 与华为标识为华为技术有限公司商标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4ECC4-4ECC-4932-A44C-5FDD5F58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AI Coding 工具能力赋能 · 华为企业解决方案风格版</a:t>
            </a:r>
          </a:p>
        </p:txBody>
      </p:sp>
    </p:spTree>
    <p:extLst>
      <p:ext uri="{BB962C8B-B14F-4D97-AF65-F5344CB8AC3E}">
        <p14:creationId xmlns:p14="http://schemas.microsoft.com/office/powerpoint/2010/main" val="2047489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236845-D641-40D5-B2B0-1011CE7D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CC63D-748B-42FA-8F69-549F75EB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  能力分类总览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274AC-ABDC-4BA8-AB86-DB9D82E3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六类能力共同构成 AI Coding 的工程闭环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1D6CC-270B-4A6D-951A-5A0E9B2D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C14FC-B020-4510-80D2-6B03805D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45E7B-6A84-48FC-9B14-57490072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上下文与知识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B9533-EB3A-4BC4-85B7-A68FCBF2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Codebase · CodeWiki · 知识引擎 · 规则/记忆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5D1FC-5987-4121-BED4-63343E84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读懂仓库、业务和团队约束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F1BD5-DD3E-4CE9-B90D-0ECCFB44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57481-F5F2-4875-98B3-07E75DCD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1B35B-8A5A-4E27-8086-3BD9B6D8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任务与编程模式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BF622-8692-46EF-92FC-4C25BCBF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Workflow · Goal · SDD · Solo · 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73DDF-06B9-49DB-B2EA-CD5782F5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把需求变成可跟踪执行过程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228A5-B326-4DD7-8533-9608DA1F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EB149-C224-414B-98B8-D525581C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6BB67-802D-4765-ACDB-08164AF9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工具与交互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7DD57-8CCB-40AE-99E2-F2CAA4DF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CLI · MCP · Hooks · Browser · Figma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C66C1-0F1C-43A7-BE41-54866A98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连接终端、浏览器和外部系统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20388-B1F6-40A1-8A4B-473DFC32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B9E02-0B35-4BF1-BE55-35CCFF31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220BA-F59D-4C27-9B4D-57E4056E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Agent协作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5A95B-BCC3-49B7-A3AE-663D7A9D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Sub Agent · Agent Team · Worktree · Cloud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DE082A-851B-4C3D-AADD-F149896A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并行分工并隔离上下文与代码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29A2E-20A4-4DD8-A83D-F5144C0C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1CFA58-7680-4B23-9A98-CD40BCB6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7E2143-479F-4A09-9EF3-765DF223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质量与治理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98A90-693E-4094-AD22-A3C3154F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Review · Security · Sandbox · 审计/配置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5B2F6-12F1-4A43-8ACA-9B7EE24F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让结果可验证、风险可追踪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8C7C1-5FDD-46F2-96E1-02DBC338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5EBB95-26F8-43D7-9588-941648EF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AA2EAF-CE80-4AFE-830B-1E0CA88A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体验与交付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F9BD01-7BC3-4459-91F6-7873DA20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Artifacts · Canvas · LSP · Debug · Channels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8C5BD7-5EDF-44B5-934C-2C167F99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缩短从想法到可运行成果的路径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A7519F-94FA-4BB6-B03B-F29508AC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57825"/>
            <a:ext cx="1080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判断标准：上下文可靠 → 过程可控 → 结果可审 → 风险可追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63D40F-F034-4EF1-9AF3-A241AE7E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25A38A-C834-4268-96AA-9C2E0D6C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3ca2dd9e6ca4ea0"/>
              </a:rPr>
              <a:t>码道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4bc2a313dab4c3c"/>
              </a:rPr>
              <a:t> · Claude Code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f53630605e4730"/>
              </a:rPr>
              <a:t> · Qoder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f616f0dc76644ea"/>
              </a:rPr>
              <a:t> · Codex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A79FE5-0A4F-463A-94C3-FE3ACF23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24300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549AC9-4DD5-4CB2-B1D5-11A2D8B4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73ADA-A38F-4F56-A802-276D9375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  套餐差异总览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85214-1FA1-4C69-B9C7-4BE42D2F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套餐升级的本质：从个人用量走向团队资产与企业治理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C3C34-F199-4F85-98CC-BD514CB3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441E4-74DA-4FD6-82BE-4CBA6DEA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7A7C1-BA97-4DC8-8F31-9180E9D3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352550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60658-8C88-4172-AA43-2FC50CBC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409700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75F53-FAB9-4967-9F71-C6170EE5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52550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01F26-93C9-4208-9997-EB8B9ACB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09700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 / 企业主线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3A226-CCE2-4A10-AC76-3744A985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352550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2A65D-2307-4FA3-8D0B-A080127C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409700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升级后获得的关键能力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AFA9D-C576-4752-9789-AD0A7AC7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3639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BA39A-BC43-4B94-95F3-CB301079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0789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华为云码道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DB20E-4F50-4D82-9E7E-FFABA299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903639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106B7-F5B0-466B-B6DE-76DC14BD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960789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体验版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B953E-B270-4FC3-A7CC-9B934DBF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3639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98867-216C-473E-B05B-12F5F493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0789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基础版 / 专业版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0EBD6-3BCE-4651-8B05-66BAD25D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03639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64C0C-4FFB-421B-B6FE-10405D37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60789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Token、Codebase容量；专业版增加SSO、日志、模型与用量管理、IP白名单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DA6A2-9857-4F72-A92E-800BE7CB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4729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006457-192F-4BC8-A2E5-A621C37C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1879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C6D51-04B9-49D7-B316-103BD06A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54729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37BED-95C1-423F-A08E-8DB1DB85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11879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Free / Pro / Max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AFE4E-CACF-4FE3-8530-0B96DB55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4729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0DCF5-2F06-408C-B2F7-8A0B8FC0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1879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Team Standard / Premium / Enterprise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30392-D870-478D-BEEC-127F0E81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54729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F12CF6-0C4D-4704-BD11-EA222930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11879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成员管理、RBAC、SSO、连接器、Spend Controls与更高用量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3CDD9-5EE7-4F55-8BEF-3E72E824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5818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440B95-390F-4BE1-A1A5-80A03FDA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2968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C67D6-98C8-40ED-AC04-6D5CCA9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005818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BDB671-A365-44CB-B6E7-9DBC4206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62968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Free / Pro / Pro+ / Ultra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1954CD-4BA7-4269-91C5-FA32982A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818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64A903-6E2E-4C04-A92B-EAF07DED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62968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Teams / Enterprise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F33EE9-BF18-40CC-9581-2F1266A6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5818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D08C1F-0702-4C74-AD7C-532EBCEF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62968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每席Credits或共享池；集中分发、模型路由、内容安全、审计与OpenAPI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E1FD17-D800-4696-8B47-C73DAB72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6907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C7BB7C-B00E-42D0-A59A-EACDA123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4057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6ACC7B-664D-4315-AD04-9FEBA09B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556907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D8766A-1262-4BF0-A3F0-F6A3AE25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14057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Free / Go / Plus / Pro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C0AC02-3D7F-4005-B046-56BC33A6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56907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F32360-F509-47D0-A2E8-A3DC95D5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14057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Business / Enterprise / Edu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982090-708E-4C1F-BD57-997BF3D4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56907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A95261-C728-41A1-9F71-CE5C7C13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14057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安全工作区、更大VM、SAML；再升级到SCIM、EKM、审计与数据驻留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49744C-4A37-45F6-9155-8AE67871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7996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C0E184-D106-4C54-9DA2-CE049AD6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5146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0C8441-6936-4A42-AE3E-F9989F38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107996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C99851-2CDE-487C-B5BE-2602FF92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65146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Hobby / Pro / Pro+ / Ultra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187134-AF69-405B-A3E5-5496C09C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07996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AFD251-B363-42CC-949A-3CA7E21C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65146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Teams / Enterprise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E56251-6394-417E-8DFF-223C1076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07996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A64D31-3A1E-4A1B-963B-93273607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165146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共享上下文、内部Marketplace、Bugbot；企业级访问控制、审计与Pooled Usage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6D9F09-266D-44F0-BDA6-35E9BE5E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9086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2F3CEA-6EE2-4A9D-8B03-C91E69CC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6236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CD36D4-9899-4156-A2C1-2A126B9E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659086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07934A-D70A-4FEC-BE54-AF1AEFD9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716236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Free / Lite / Pro / Pro+ / Ultra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E60791-94F9-4D0E-9D08-70066729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9086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B29DE8-91CD-41D5-90C5-3F6769A5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6236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企业方案需询价确认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601F48-646D-4FAB-9E6C-62C4D55E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59086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0C8E13-13D2-44FC-8F58-8337F450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16236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个人档主要按Basic Usage与Solo并发分层；企业治理细节需单独核验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D0C223-CED7-4145-8BA7-56F891FB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68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7EA24A-584E-4244-9F85-85A26A45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选型顺序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9C2485-28C2-4283-B677-18E48627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02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先看数据边界和治理要求，再看团队资产复用，最后按重度用户比例配置高额度席位。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1215FA-FAE9-4790-AC98-52848CD3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2A0BEC-1D5E-41F3-A2B0-B1A49754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1eff71ddf374d87"/>
              </a:rPr>
              <a:t>码道定价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cbb8df38bf54c5c"/>
              </a:rPr>
              <a:t> · Claude Plans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25fc0f6e47434b"/>
              </a:rPr>
              <a:t> · Qoder Pricing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902a5073e7449b"/>
              </a:rPr>
              <a:t> · Codex Pricing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4EB660-400D-4F85-B7C7-9ECB056C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03720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CC561F-BF6D-48EF-B834-614B579B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6C2E4-1C58-410F-B828-20FC7F41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  计费对比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F2BC6-E672-4AEC-80D9-D3F09F20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Tokens、Credits与Usage Limits不可直接等值横比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40E0B-4C83-4BFF-A124-0F21EE85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66759-105B-4570-8F84-52EB0675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华为云码道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33351-2D65-4697-B396-E8159B31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8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1DB14-8707-45DD-AA4C-757D2D35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24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公开Token包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B87C2-D708-4822-B1FD-7627E92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¥0 / ¥39 / ¥139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C4550-C871-4A12-933B-429B1854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38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500万 / 2000万 / 6000万 Tokens/月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99AC2-99B1-422D-95FF-9E9240DF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6FC57-B96E-43C2-9608-BE7859B3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E75A7-2B99-4860-9833-2B211F9A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F65C0-4DDC-4E07-9684-206D8CB7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订阅容量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CE531-F5CA-47DF-8C30-A4E9A60D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$20 / $100 / $200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28935-CE37-4CB9-A7CD-C9733F2C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Pro；Max约5x / 20x会话容量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A89DD-A4CA-408D-85D6-3DAEF045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0F541-6E4D-4A10-B58C-82A3359A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F6CCD-28F3-48C1-BA66-8C0CC5D2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D0EC2-63E1-46EC-8F37-61C10CEB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10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Credits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20FAB-8AF7-468D-8572-6EF234E0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$20 / $60 / $200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92903-449F-437D-9D05-DEA3EE6D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24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2,000 / 6,000 / 20,000 Credits/月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AC83A-7782-4D00-A471-DCC9F0C9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71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6276AA-06B9-4ECD-8454-4E0F89C0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79886-66A0-4DCC-B09C-03CDB4B9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8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FE8501-157B-448F-9839-BDCBCDC0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524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订阅+Credits/API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5D1025-7F10-4913-840D-C9B53B2B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0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Plus $20；Business $20年付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020EE8-2E54-4FD1-B266-3BB24CFE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38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订阅用量限制；API按输入/缓存/输出Token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C99E35-435B-4EF6-ACF3-64125BBC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8B75A-7438-440F-8ADE-EBE79344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94D2A9-B576-4F1B-884F-F7294546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FCFC07-1413-42A2-80FB-64D8785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67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含量+按量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10CE4D-FCD4-4DF4-ACB3-337860B9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$20个人；$40团队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01D745-7FB4-4E91-B4EE-C2C8A015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套餐含模型用量，超额可On-demand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E3F808-2BD7-4F6D-8564-B22E799B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8F06B0-96F7-41E0-AEEB-C0016BFE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571EF4-42BE-4235-8C40-959E607E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313DC6-D012-4828-8841-24086994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10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Basic Usage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F5BF2E-39C7-43A4-86F4-C5FA7F4D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43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活动与档位动态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FD8E13-81F9-4249-9EE0-757248B7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按模型API价格折算Dollar Usage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4ADC09-B979-4B6B-920A-7C519FB7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1068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557F8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2F8F91-AFD6-40BA-B3B7-B40E1094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7F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57F89"/>
                </a:solidFill>
                <a:latin typeface="Microsoft YaHei"/>
                <a:ea typeface="Microsoft YaHei"/>
                <a:cs typeface="Microsoft YaHei"/>
              </a:rPr>
              <a:t>建议统一核算单位：每个可验收任务的完全成本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D7ADC8-BEEE-4B98-8A39-AEC900CF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席位费 + 超额用量 + 云执行资源 + 人工复核时间 + 失败重试成本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E7FD81-EAD8-4B4D-ADA4-CB4BDFEB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19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F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7F89"/>
                </a:solidFill>
                <a:latin typeface="Microsoft YaHei"/>
                <a:ea typeface="Microsoft YaHei"/>
                <a:cs typeface="Microsoft YaHei"/>
              </a:rPr>
              <a:t>试点至少记录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7DD2C6-1840-425B-AD48-C5EABE65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8165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成功任务数 · 平均Tokens/Credits · 重试率 · 人工复核分钟数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00BB48-8628-4F03-B667-A73AA803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B52C6D-E82A-4ED6-8D6D-098B9E3C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86aebd77ee9467f"/>
              </a:rPr>
              <a:t>码道定价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47aa8a3a3e34b48"/>
              </a:rPr>
              <a:t> · Qoder Pricing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6675573dcf3404e"/>
              </a:rPr>
              <a:t> · Cursor Pricing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6db1a27792640dd"/>
              </a:rPr>
              <a:t> · Trae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DFE859-EFA3-453B-A46F-1169CE0F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04010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A92D29-9F60-4D4A-8794-3E288F1B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128F0-E567-4EA0-9CE8-5FE9E859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  知识引擎的实践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0600B-DEEF-4B5C-9247-FF1E510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知识引擎让 Agent 从“每次重读”变成“持续积累与按需召回”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E74C5-77BF-4DE3-BFAA-989F07B1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48101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3f400c4084241"/>
          <a:stretch xmlns:a="http://schemas.openxmlformats.org/drawingml/2006/main"/>
        </p:blipFill>
        <p:spPr>
          <a:xfrm xmlns:a="http://schemas.openxmlformats.org/drawingml/2006/main">
            <a:off x="619125" y="2069012"/>
            <a:ext cx="4676775" cy="1310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0B4FD-8E16-403A-B772-6429C85E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287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BAB7F-B6CB-4D4E-A6E1-99608521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00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3D126-7D5B-4E00-9113-37F5A20F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代码、文档、提交、任务与人工知识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28B63-6EB3-4A93-87B5-2F77191C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764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E2016-3AE7-458F-A5A1-F644809B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955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83AC6-2A0C-4528-9DDD-04ADF283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结构化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E5B85-77DE-4FEF-B033-E510E5AA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764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解析符号/依赖/业务实体，生成可引用知识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C4A9C-B445-48E6-A822-7F27D168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43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A043D-40F9-4DA6-AF9F-EFE60A5C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623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14095-CD28-437A-AF52-BD3CE924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337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2321B-54B8-40D7-9EC1-2ECBFD0A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关键词 + 向量 + 图关系，支持增量更新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342D8-B183-41FD-8D8B-A76C8239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99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13DD6-3257-4553-8C86-BDABF4E1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290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B13BA-6C57-4804-AD67-45DDCA02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7C772-7CC7-4476-BEFF-79B306EB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10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按任务、文件、角色和权限选择上下文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B74E1-D363-4731-9607-3B0BC40E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4706A-C677-42B8-829A-C81DC6E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958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7222B-A29F-4918-BEBC-DEFF3ED7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42E8CA-C128-46E0-B7CA-10A7DF7F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768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把验证结果、修正与新知识写回资产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944FE8-AFD8-4386-96BE-D45A2D1A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4810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CEB69-D6C1-4E4E-86D1-4D56220E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实践闭环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F14DB3-2446-4FFB-AD85-B7A4BC82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60A860-6677-4567-A980-97FAF9FD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4347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冷启动先生成Repo Wiki/知识卡，再由负责人校准关键领域。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526A06-4DD7-4D28-B3FB-415C59D3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801E12-2191-4A47-A228-3DA7D64D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任务只召回相关片段，输出必须保留文件、符号和版本依据。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709B42-5025-4ACC-92A9-8A04C999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720530-48D5-487F-BA9E-B5B24CD8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用命中率、过期率、采纳率和任务成功率评估，而非只看索引规模。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D835C8-C63C-4243-BBF9-6F42E0AF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743037-35D9-4499-BD64-30A90F9D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bf6b215211d4a86"/>
              </a:rPr>
              <a:t>Qoder Knowledge Engine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1bacae6ccd40df"/>
              </a:rPr>
              <a:t> · Qoder 技术博客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5013f24e24b45c3"/>
              </a:rPr>
              <a:t> · 码道 Codebase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44F544-B518-408A-9B28-83C7F376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5150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5C3A775-5F01-45D1-A155-566E74E2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F8297-E842-43F7-876F-1364B884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  存量项目重写的实践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8E460-CB08-4D2C-ABE2-A4944C65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存量项目重写应先建立认知与验证基线，再并行迁移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8A9D7-5DA4-4C04-8A9A-C6526864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4762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fdcec12e04ff1"/>
          <a:stretch xmlns:a="http://schemas.openxmlformats.org/drawingml/2006/main"/>
        </p:blipFill>
        <p:spPr>
          <a:xfrm xmlns:a="http://schemas.openxmlformats.org/drawingml/2006/main">
            <a:off x="619125" y="1398709"/>
            <a:ext cx="4629150" cy="21174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FEC26-56DE-4CCE-AEA7-B2ED946A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4AEF1-2CBD-4788-B25B-E8F9F3EB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65FB1-E8B7-45F9-BCFF-00BD72A9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2EF46-0E3A-4857-9806-7A2616EF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锁定现有行为、接口、性能和测试覆盖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F22AE-921E-40E8-90A1-362F479D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D5B23-C798-47AC-90E0-79140755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742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4ACD9-26F9-4EE5-896E-71D839B1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2397A-A9A5-43A9-8B24-92E9020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B8E1A-5AED-4B6E-97E8-ED55D8EC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75AE7-B37E-4EBE-8D4C-266F097D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Codebase/图谱识别模块、依赖、热点和隐式约束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00007-2110-45B8-AF19-6752629B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85BD9-3C1C-4E9D-8812-D03DAC45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95750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D4D72-36F0-4F97-923F-CD1BB132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B284E-BA13-4A7F-BA86-BE370043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640E8-7EB3-44EA-8C74-3FA9D938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65169-8063-404B-A0CC-A5B8E1F3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按领域边界拆分迁移批次，定义验收与回滚点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D5EDF-B61A-4996-B805-7F52E0E5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C30440-B9B9-4FA8-B9C7-312449C7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E6A26-6EEE-4E53-9D06-7F04D24D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241506-EC11-4514-882C-7A9DD09A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D27BA-CA76-46CB-B225-97F73183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Parallel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4BC219-2902-4BEF-9F37-7C63FB91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多Agent分模块实施，Worktree隔离文件冲突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E6211F-F8A7-4043-8C15-A5465F37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2982E-D425-456E-BC46-8493F07E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793911-5802-4547-9DA0-F284318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D907C0-ACD3-4E20-A899-B6E15F51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A8B871-A2D0-408E-9448-7D4BEAB1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97B9B4-469F-4362-A4ED-9CA7338E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双跑、契约/回归/性能/安全测试和人工审查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853AB3-E982-45F6-9C1B-8735AD4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8471E9-E4F8-4F0A-A940-AD1A47DD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1072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C9469B-9DE7-43D4-84AF-855F0FFD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2255E7-B993-4D7A-BD91-E003A4AF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1301C0-1941-4D11-8695-9B408BE1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Cutover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59518D-728D-4FF2-B93C-1DA3F2FA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小流量切换、指标观察、问题回写知识资产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D74C63-AE18-45C3-A6FC-7A7D2635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23975"/>
            <a:ext cx="590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627D69-0479-4D68-8EAB-876DD449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525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必须设置的四道闸门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651EEF-2451-457E-AE24-DC7F6292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8120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554EEF-B2B3-46E9-93A3-985A5EAC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闸门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F6842A-9F7F-4279-A9EF-AE2B23D1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8120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E3B4A0-6507-4F27-9AA9-8BD7DF2B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通过条件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87B8D5-3C1A-4B7F-A28C-B4CA9A01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8120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DDC267-AE00-4FB6-85E4-D5BBC14B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03835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失败动作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4B90D0-4B9D-458C-96FD-0A7D434F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5171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FB799E-6C10-4EBD-A9CB-EE19EA68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886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行为一致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2B2B04-90D0-4808-9D0F-9E67659F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5171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09B72F-E2AE-4BEE-BF3F-2BC9717B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886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契约/黄金样本通过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EDADCA-23BE-49EC-A34C-91C44C9F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5171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CD6E2A-C958-439A-B5C7-E93130F7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30886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回到模块级修复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953F3C-5DD1-49A7-AA86-D2652454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2222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F7A402-CF62-427D-AC2A-20A1CF85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937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EA3417-29D2-43D5-B2F5-ECD3ACCF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2222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BFA9BA-F0D9-4F57-9569-38BD1163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937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回归、性能、静态扫描达标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528CD5-5A83-4DDB-AE9A-F1ADC485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2222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70F8BE-981B-4C50-938B-3C305783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57937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阻断合并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DF2FBE-71D2-4968-A233-FA0F9448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273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74FB86-9FCA-43DF-BD66-67E030AC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4988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可回滚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ED3C63-4421-48B2-932A-EF77BC62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9273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EF0584-CDB2-4C5D-9E8C-7CE71B5F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4988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旧版本与数据路径可恢复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AF5834-A9B2-40CD-9324-1A875CF4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9273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0505C1-C256-4398-A9AD-54F40A65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84988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禁止切流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5121C1-3C97-40E8-8B36-C0F1C9D7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324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02F858-BAB8-46A0-A208-E1EF2859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039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可观测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7AA3D9-C581-4273-AD24-9D222940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324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EBA965-B981-4388-94FE-5F30410D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039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指标、日志、告警完整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65FE1C0-2B02-4007-8162-A022B81A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6324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23F00D-1FD8-45BF-A530-F5CF3A9D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12039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延长双跑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B6834A9-53A9-4B9F-BCF2-E5866891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6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关键原则：Agent提升并行度，人负责边界、验收和切换决策。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82A768A-4428-4E5D-9F8B-D3829320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08D140-AC73-4D20-8E65-CB62FCC7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f9d79f47b747c8"/>
              </a:rPr>
              <a:t>Qoder 存量重写案例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3f45579c1f54a5b"/>
              </a:rPr>
              <a:t> · Quest Worktree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9E60BCA-0A06-4D4B-BCF1-3743B312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2206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083DE38-230C-4047-AFB6-A25A621C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65FCD-4D78-4772-987A-E307A911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  Codebase及CodeWiki技术深入分析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86C54-6858-487D-8398-5AF0BDEC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Codebase解决“找得到”，CodeWiki解决“看得懂”，图谱解决“串得起”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AB088-12B5-44F7-943D-2A9F91D1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A7E0E-FA2D-4908-BCAD-ACA167CB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源数据层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8C481-AEA4-4C43-AEE4-231A37CD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代码 / 文档 / 提交 / Issue / 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B9453-51D2-4E64-9220-86FA4167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EF0F3-6E4E-4387-A5FB-716FF9C3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384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8451F-A28E-4A06-930D-0576C32A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A0637-A1D0-4C14-B9D1-1FCE60EC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解析层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641FB-FC70-4231-9C15-3C04AE63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Tree-sitter / AST / LSP / 符号表 / 依赖解析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A5FE6-F40E-465A-8C72-466B7F44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6757A-874B-477E-B7E6-3552BB18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482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4A909-A367-4753-8DD9-D70CEFA6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60C09-B0E7-4E43-8397-D6A362D6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索引层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47DEF-7B57-4649-BDA1-F056F142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倒排索引 + 向量索引 + 图数据库 + 增量更新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F3676-1E5F-4271-9553-B21CE7BD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A58F6-D107-490A-BC41-D27475A6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580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C4B24-85EA-4624-B245-EDFD83CB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54D86-526B-49DA-A574-94847145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C2A4D7-B7AD-475F-A332-27627823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模块摘要 / API说明 / Repo Wiki / 知识卡片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1B691-40E4-492C-A74C-A3A65DBA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535828-098D-4782-A2E1-2007A68D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678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2A6EE-24E4-44AC-BADC-CE57B791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6E8FCC-C644-4C48-A508-C05FC637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运行时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0F225-801B-4B70-BBAF-8DCA42B3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意图理解 → 混合检索 → 重排 → 上下文装配 → 引用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9FB7A8-AECF-45E1-B76C-01953082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技术能力对比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44AC81-EF1F-4974-8C85-843F4E27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BDDCDE-8E50-4F20-A6AF-C20BB628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D1164A-FE7B-4D17-B154-CE3D5BE7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71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71233-4D57-4075-A028-B583F424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核心输出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A80458-929E-4F23-89BA-6DA14C96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718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CAD9F8-182F-4082-A8F6-794E9153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4290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12C7AD-8134-4760-BC7D-25FECF2B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71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39AAB-564F-41F8-A61A-CEBC44C3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996CE0-95D0-4E1A-83BE-DBD9D65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3718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D091D3-80DC-4602-8FD3-C16B74C4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290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A88728-693E-4E06-AEDA-B9AE0160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03F246-38CA-40E2-BC10-7D777607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Codebase Index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1E93FC-1B62-4ECF-9D98-8A5094F3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71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125B04-0AA2-40B8-A52A-A8FC63A9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829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相关文件/符号/片段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DF29C3-A4E3-4880-A5CF-561E556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719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252968-A2B8-4375-B3D2-E53099BE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290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实时任务召回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862AD5-FBB3-43BF-B3F5-EDA65236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771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5DECF6-59B1-40DE-87F6-B44191D3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29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噪声、遗漏、权限越界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203FD8-18BF-4173-ABCB-0963E32B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7190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DFE1AF-68D5-4D02-9E38-0C23DB36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290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Recall@K、MRR、时效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776C01-3207-424F-8F73-27699F98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EA8889-5B30-419F-91BE-247486DA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CodeWiki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C3748A-46DB-4481-BBE6-690C2706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33BCCB-F599-4808-AB90-E1AFC2FB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2291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架构/模块/API解释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188D8C-2A2A-4089-B727-B020267C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1719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69BC71-0764-4E45-949E-4870ED62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29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新人和存量项目理解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597CBF-B5DE-4E64-9862-F4488516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19D73A-FCF8-41F1-AEA7-69EE60FE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291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摘要过期、事实失真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A13260-B820-4B83-A175-104C9030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719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62F157-9CDC-4AE4-9281-9F93713A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291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覆盖率、引用率、过期率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5E62C1-9AE3-4FE2-8D26-EA7780FE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660D9B-A364-4252-BE16-19C84972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Knowledge Graph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9E51DC-078D-4DC3-AB04-007B3724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572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C5BC51-D10C-440E-A139-E49A5A03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29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实体、依赖与调用关系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D208D2-C296-4F9E-BD9E-46ADBF96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5720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DC4150-A412-4BF3-BB1C-87246B13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6291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跨模块影响分析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0780EF-E7AB-4A00-B20F-AD7C2DE0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72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60BB8F-A668-480B-AB6C-09DB909C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629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关系抽取成本高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2E97036-EAE3-4ACB-8B92-DEF57126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57200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98EFC6-B6A1-4F41-B1C1-F1BC2B43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6291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边准确率、路径命中率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D306BA-7FBF-4470-844D-035F341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D7AECF-4CDA-47AB-9C2C-571E900F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Knowledge Card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8C74FA-8B5D-4025-B939-1527EE06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72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20B646D-B701-4092-8EE2-6C00C38F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29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可审阅的经验单元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28FEB4-E1A1-48F6-9BA0-06BD948F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9720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259C45D-FE8A-4D12-B6B2-4A87837F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292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人工治理与复用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3D72232-FD39-4BE1-849B-86BB8860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72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E81EDE-A86F-4F8C-A612-16C519D8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029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维护负担、重复知识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BA94285-77DB-4EBB-AC58-E485FA8A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9720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8007F6F-C475-4BF5-AEB7-86CCD9F0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0292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采纳率、修正率、复用率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9648A6A-2F05-41A5-A845-5F022819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106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工程结论：索引必须增量更新；生成内容必须带源码引用；权限过滤必须发生在检索前。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316D6EE-9E7D-489F-989C-9FC47AE7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C88819-6C4E-4B88-A665-4408B15D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fff3a59966e4bae"/>
              </a:rPr>
              <a:t>码道 Codebase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4c3a094c4074a7c"/>
              </a:rPr>
              <a:t> · Qoder Indexing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abdbcf33b9e496f"/>
              </a:rPr>
              <a:t> · Qoder Repo Wiki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21ee67c49e04c9b"/>
              </a:rPr>
              <a:t> · QMind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1F6F581-4758-4A73-B79A-822A070D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26805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46B542C-4E25-48B0-9D95-5A0D5EA4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1C38A-BA8E-479C-B1F2-D7B02630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07  Workflow、Goal、SDD、Solo、Quest深入对比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519E6-AC6D-4E4E-886F-FC3A8696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五种模式分别解决流程复用、目标收敛、规范约束和自主执行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CCA8B-327C-4B72-8693-A088925B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4302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FCDB4-3B46-40FD-8788-60636B2A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DCF21-6269-4318-89F9-631A4FF4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4302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27367-E4E8-47F3-9EB1-D2F1CBC0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001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谁持有计划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C212C-3028-4DBD-868D-D51805B2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3430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734C3-BEF2-4A1E-9314-451917C5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4001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D56BA-A72D-4E52-9EC7-DFF6F417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3430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5AB68-2D99-4140-8EEF-847E41CF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40017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主要产物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92FEE-1824-4DB7-9D9F-C05CADAD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34302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18AEF-049B-4072-9DFD-1E5ACC43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4001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人工闸门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2B753-52D3-4E31-B3A4-01B8601E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34302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D2927-8802-4827-AC03-BB42A450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40017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最适用任务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95408-7E81-4685-9450-C6432193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ECEFE-6F24-4D85-B962-C7AC91AC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174AB-A152-4C8D-A535-DB40DD13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6690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96E3A-590A-48BC-AE4E-9C662487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240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脚本/运行时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D017E5-2EB2-4B5F-A278-954BC19F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86690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5CA65-6A02-4A83-B607-DCEEBCB6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2405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阶段、分支、Agent编排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3AC35-2D82-4D30-BC07-80A33CCF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669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071E5-C189-4A0F-A17B-01B64E42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9240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可复用JS流程与汇总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CA6B1E-D823-45C2-B608-3B707893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669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D17B4-B824-45D6-91F5-401DAB05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240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运行前审脚本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AC0DA-B1CE-4C77-BE2E-4C75F79A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86690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A8CB2-D900-4B7C-95AF-8D551B25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2405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大规模审计、迁移、研究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F9DB22-EFE2-4A42-A15C-FBB9F54A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9077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895AE-B613-46A3-B82D-A51141CA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9463FE-83E5-42C6-B5B5-C5BB83FF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9077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2DF67C-9546-4F27-B566-475F4636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当前会话+评估器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609CF5-10B1-4E81-BDE6-6F3A5D8C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9077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C9FEFE-BC7D-48FD-9596-80197606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4792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可验证完成条件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FF483E-B3B8-459E-BFC7-00A06C1A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3907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9470AC-452A-47CB-BDD5-15C8D0A7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4792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连续多轮执行与状态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770CE-9A31-4150-B954-804AA9C3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9077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E1FB32-B5A2-4FCB-A55E-01D0634A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4792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可随时清除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6CCFC0-8DD7-4522-8EC5-DB5C338F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39077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7787E1-1C34-4213-9A42-03630E1F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测试全绿、队列清空、迁移完成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F38874-22F0-4F1E-9186-AE7F589F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27C509-AA08-4F7B-9AF4-B27008DF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SDD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7B8C94-1AB6-4082-BA51-13464A17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1465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7869E6-11DD-4620-BAE2-43AA6B31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7180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Spec文档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BA1C36-89A7-4EB5-B1F2-3BFD9290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1465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451CBF-A155-459B-AEF8-7FC7DF49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7180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需求、设计、任务、验收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B80948-F2C0-4624-A9A8-6DE1FE71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91465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C7331A-CA55-4899-8D42-F383C87E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97180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可审查规格与实现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75F77D-6B03-45F2-9E35-DAB292DB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1465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D31F37-6C8E-40AC-A593-A7630DA7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7180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Spec批准后执行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9D3D76-A8C8-4975-A2D9-918407B9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91465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634752-BA7F-4288-B062-15E2DF40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7180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跨文件功能、变更可追溯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A1515C-3A35-4466-B8ED-E203C551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049ACE-454B-41C2-A0EB-9301D450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Solo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0DD1CE-9DFF-42D4-9CF7-9EACA72E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43852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35CC38-0995-4AC1-BC08-A0E79680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956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产品内置自主Agent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8E51CA-8D91-42FD-8A96-A0EC007B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385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34D7D3-89F4-43D0-94E6-20653AA7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956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自然语言目标+项目上下文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2ECBA5-1E9A-4F09-B287-06A05A99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4385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5E59E5-B75D-4E25-96D6-56632352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9567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端到端应用与预览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70C414-CF02-4C61-9F31-A8981376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3852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4AB3C8-8D82-4294-AD09-AC759994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956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关键动作确认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72D04E-DA43-4D99-8CB1-29978810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43852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93A8C10-1C52-45BC-BB3D-BF643C7A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49567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快速原型、前后端一体任务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7058533-F56A-4129-B197-9550DBA1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6FCD64-B318-4CCA-9F5A-86A7F243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Quest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25C7B7-1EF7-4EBA-BF3F-A78316F3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6240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D85DDC-9B25-455C-AB17-AAAE8E09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195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任务工作台/Agent团队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E045C8-53F3-4EAF-9B90-007B9395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96240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386148-5D85-42A4-A7F8-494BEF2B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1955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目标或Spec场景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9F320C-C7C0-4DEB-9567-6BDE3901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9624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63BDC2-F3E0-4059-9755-E781C53A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0195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任务、Artifacts、代码与评审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C92DEC0-59A5-481C-B69C-8D78781B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624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9697271-AB15-40BD-85DA-DD946B88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195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Accept/Reject/PR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E7D1DCC-9E00-40DA-A92C-19766689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96240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8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3189BA1-3E36-4E29-A3AC-A55C4492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1955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长任务、多项目与多Agent协作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541020E-3C16-4BE4-8DD1-6B9411AE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757D820-452D-497D-9ABF-52164BC6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要重复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E084B5-6D1A-410E-B352-FDAA0536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选 Workflow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7F291B-8B25-405B-88C7-0FE3F0A6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同一流程会重复运行，编排本身需要版本化。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B166A2F-9F31-478E-A390-96286568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1CC97B6-9BA7-4507-B499-20870343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要完成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8422616-DC9F-4581-AFF2-82C941E3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选 Goal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2107559-E12E-4BE2-9B07-02BD9185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终态可测量，但路径允许动态调整。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E06CE4B-8890-49BA-A51B-C5D86DC5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450A2F2-AD66-4A57-91CC-D3BB1BEF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要对齐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8C62DFF-2F6B-4E0A-8150-7DB93226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选 SDD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9ABC4A-9469-408A-8875-24C717B1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多人/多模块开发前必须冻结需求与验收。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5F53234-8B84-46F2-88A2-1A4F7734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A0AF45A-BC98-4774-8299-E5B6D8F6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要自主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BE3146B-D14E-4469-86B3-A9B2D886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选 Solo / Quest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88316E8-5033-45C5-9F3E-009DE3D2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把较完整任务交给Agent，并保留关键审批点。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7793E59-B0B0-4FFE-A214-5BB956E5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1A76EF8-7896-49EF-AF03-8455E9CA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23ff8798d43439c"/>
              </a:rPr>
              <a:t>Claude Workflow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59b70284cf64daa"/>
              </a:rPr>
              <a:t> · Claude Goal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74709f491e438b"/>
              </a:rPr>
              <a:t> · Qoder SDD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cea7d83c618439a"/>
              </a:rPr>
              <a:t> · Trae SOLO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C97CEED-4117-42A6-A659-D30DC3B6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74948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80B6F6-862A-4719-805D-0F3117F7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1A05A-0FB6-49C4-9930-B2863582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08  多Agent协作技术深入分析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2A367-2389-4BFD-AFFA-63D511A2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多Agent协作的核心不是数量，而是角色、隔离、依赖和汇总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5C9C2-20AE-48DE-BA17-D0CEDB4A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90650"/>
            <a:ext cx="3086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93559-1A81-441E-8516-A762F85A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430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Lead / Supervisor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35391-A0A8-47D1-B402-9A0CD137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5737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拆任务 · 管依赖 · 分配预算 · 汇总决策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EC975-18D5-4C5F-9960-1BD30121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89864-6720-4038-B3AF-C5B6848B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5FB33-1209-45E2-AEC6-B3A863F7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探索Agent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23306-0F27-437A-92C9-16C37D3F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代码结构 / 影响面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5C21A-3973-4097-B19C-7C3BBD7A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8D5CC-C5B5-41A0-AF71-82CE528E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实现Agent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3439D-F3EA-4945-88F4-82CF13F0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模块开发 / 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D13D1-FBBA-426B-BB5F-72A33759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6AB62-2C51-452F-B17E-5930D0E0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审查Agent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8FA12-9840-4361-9E9B-C94701C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规范 / 质量 / 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1945D-FE62-4FFA-879C-3FC2951B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E5010-5CD1-412F-B481-4E52536D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验证Agent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D9C32-E01C-443D-9BD5-72BB498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构建 / UI / 回归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34A88-7C43-435E-8864-A7C02149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四个工程控制点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C1297-96B0-4181-AD58-1DCD0C10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6770E-A3F7-4A28-807B-0E61A916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60934-D4F2-4457-A7EB-F3332649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上下文隔离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01110-FFA9-4E8E-9F4E-B326D093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每个Agent只拿任务所需上下文，降低串扰与Token。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B4ABE3-C421-4E70-8B58-34D287C9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33B3E-FC00-4183-8667-B072CE15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777D17-C37A-4720-BEEB-E844076F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代码隔离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004F7B-79EC-4BAC-895C-4BFE8707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Worktree/VM/容器分支，明确文件所有权，避免覆盖。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51D5FF-4656-459B-955D-4E3F5A00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37AD9-1DB5-4495-BC5E-E41FEB45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757269-6DEE-48C2-9854-774DC3A3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依赖调度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C801BC-8395-496D-A247-E757A05E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任务DAG、状态机、重试与超时，禁止无边界并发。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3EC693-1CB3-4446-A4EB-628E873F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C9664A-4083-470C-9418-2AF15F30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A87326-AEC5-476E-A1CD-CF7871F3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质量汇总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8FD179-34AE-4188-8BB0-04D1DF6F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独立审查、证据合并、冲突裁决，Lead不盲信摘要。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5F7A39-0DE5-4ECA-AFAF-A0C11937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104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557F8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C2E071-A928-4249-8535-A8CFB360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70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557F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57F89"/>
                </a:solidFill>
                <a:latin typeface="Microsoft YaHei"/>
                <a:ea typeface="Microsoft YaHei"/>
                <a:cs typeface="Microsoft YaHei"/>
              </a:rPr>
              <a:t>适用：任务可分解且结果可独立验证；不适用：多人同时改同一核心文件、需求仍高度不确定。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93741C-088B-42DA-8BE6-B5E42DDE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365229-68FC-42CE-88EC-5BC2A6B3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9fd9ab894dd4522"/>
              </a:rPr>
              <a:t>Claude Agent Teams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08aca3f83704ac0"/>
              </a:rPr>
              <a:t> · Claude Workflows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5b10178d5ef4f80"/>
              </a:rPr>
              <a:t> · Qoder Quest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f6b9aa427a434b"/>
              </a:rPr>
              <a:t> · 码道 AgentTeam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B0B5EB-79A4-4DC7-A9E2-CF309EAC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7529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7BCE46-8C17-4409-B433-588ABC51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22C39-53DA-4CB6-AE59-3F1D1587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09  最佳实践：Figma插件对接原型验证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CA35A-FE6C-4060-8CBD-E61D6A27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Figma对接不是截图转代码，而是设计约束到视觉回归的闭环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D0C25-98C1-4DE4-AA97-66AEDD25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44577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719297f7249f7"/>
          <a:stretch xmlns:a="http://schemas.openxmlformats.org/drawingml/2006/main"/>
        </p:blipFill>
        <p:spPr>
          <a:xfrm xmlns:a="http://schemas.openxmlformats.org/drawingml/2006/main">
            <a:off x="1015276" y="1400175"/>
            <a:ext cx="3532048" cy="2743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39BA9-288E-4A8A-9B68-2DFA285B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33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3042A-4B58-4152-8BE0-4C74236D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485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E93F3-9D70-4501-A084-4F0392AB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选定Frame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4202A-F48C-4B6F-9607-F7D4E83F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19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明确页面、状态与响应式范围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507FB-2426-46BC-A493-09516496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33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F1EC1-E5CA-4D87-9CF8-D9C97714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85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C994D-73B4-4026-9C38-DBE3D6B3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读取语义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2A4DB-39A8-4ECB-B7EC-F9B3E535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19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组件、变量、Auto Layout、间距、字体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85B09-A205-4FF5-8870-AD9E1149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574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8AF83-DF50-41AB-862B-07477E5E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92ED4-226F-4B93-8EFF-ACFDA0AA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映射工程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CB23B-2195-4389-88AA-19B48039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432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复用现有Design System与组件，不复制像素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73C93-C48A-4C66-8AAD-AB9D07B6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FD2BD-C83F-4534-BACD-918136CB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F6FF4-370C-4100-BF02-72415ACB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生成实现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A36CD-E83A-47B7-8D03-2BA79CAF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432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页面结构、样式、交互、数据Mock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30272-8018-4D7E-9E23-F2E2D89E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95F53-6619-4269-89E4-EBE7EFC1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33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A0007E-BF57-4F49-9D72-44703378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运行预览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A768C-DE61-4DAD-9208-1BAEE887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671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桌面/移动视口，检查控制台与网络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55FF3-9CC1-48DF-8BDB-D7A875A6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1922B7-D61F-489F-BF8F-1DE79EDD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E7F48-1563-40EB-A8D3-322C64C8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视觉回归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61636E-68FA-423D-8AA0-5B568102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截图Diff→定位差异→迭代至阈值内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154401-7BB7-4C93-8926-62A600CE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11068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3A9AEA-AD1E-4389-90BA-9A143A91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验收清单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3A3DF1-17F1-41A7-B8A7-62A6B831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3E710-9DDD-4AF2-9FE0-03F7BC55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组件复用率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553BD1-25E1-441A-BC04-2E3D6720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369B4D-48C3-4C9C-A8A4-A879773C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设计Token一致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CFCEFC-1FFA-49CA-97B4-16DEBE63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B1DEF6-87BC-4EEA-B91E-14894A25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响应式断点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6411A2-ACF8-4533-97EE-7AAC9937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C5FCDE-D11C-4D85-96B4-FD6451D3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交互/空态/错误态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4038DC-61D8-4E52-8B7C-01C719C5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F6C078-D5C7-4FE0-9C9E-3B2C5921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可访问性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6FF3EC-92A1-4A0B-AB51-772D2798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6F04BF-88EF-442A-BF0D-D30D5C8E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视觉Diff阈值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15F1A1-230C-45FC-B850-45D769FB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90D897-38FC-401E-A78B-132AFF41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fd3c566a06e474f"/>
              </a:rPr>
              <a:t>Trae Figma to Code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cee39942ba74a26"/>
              </a:rPr>
              <a:t> · Figma Dev Mode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96A597-35CD-438E-A0C2-2597AC0A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26660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81991A-69D3-4F88-8A10-0DBC55B0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C7C13-6CF1-4D30-B849-F58AD8B1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10  最佳实践：Browser Use进行UI测试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6CB7F-0257-497F-95FA-325C0D64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Browser Use要把“看起来正常”转成可重复、可定位的断言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D5CA2-A11A-439D-9B1B-55BF8194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7E123-7340-4C73-AC74-EA932EB7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7E4ED-2151-4FB1-9598-6E69CC10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E3583-1738-4600-B655-BEE7D0A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固定环境、账号、数据与视口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2A7F2-0A57-4FA0-B7BB-7BE36755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57C26-17EB-4584-AF55-DEDEE9E6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742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CA9F0-7889-4D4C-9503-D728FD2F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CDDAB-1F37-40E1-855E-4925C142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40BC3-93FA-414C-A734-588EBEC5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830C9-C4C3-4800-8106-25036A23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按真实用户路径点击、输入、上传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63480-352F-4EE4-9B5C-8ACB9ABC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61E58-560B-437E-8073-7145BBC1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95750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E6E59-338E-4676-BC96-1DBD55BA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2171D-DDCA-4382-8A86-A7A3F661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9B29F-81BB-49B9-AEFA-6C8EB056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41AD9-D226-4F6A-942E-2491A510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DOM、截图、控制台、网络、存储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F76D1-CCAB-4D38-A443-2EED3D57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B6C44-2E2C-4281-BC49-E1CAB52E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2F81A9-67FB-44B0-B1D2-9DE74F45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662F0-2014-43F0-A72F-AEA6AAD9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A9701F-0907-4A0B-920E-B686A90B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断言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108128-8D6D-4F40-911B-1A4D3E6D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功能、视觉、可访问性、性能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6B96C-369E-43B1-A8FF-90F74A6F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8AAF52-E2E9-403B-86D9-8922E25E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BB19DB-8219-45FB-BFA6-FBDC628A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A8DD73-3D13-42F3-8F8C-5939F5C7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B4A845-77E5-40EB-B416-5E8FCFB9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9E5250-4134-4E2F-A8B0-CC9ED06E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Trace、截图、日志、失败步骤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78A045-8F69-4325-B748-CE56AD45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310BC3-B638-4024-907A-4DE848E9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1072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2A7DFA-18D9-4A1B-B969-C1E7535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905667-83E3-402D-928C-50F06C19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421242-9F6C-4FBA-A3B1-F0481032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修复复测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ED855B-C2C5-4D5E-97A5-4A0907AA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最小改动→相关场景→回归集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B7D799-43A8-47FE-A199-675F4F38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测试组合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4CAAD8-357C-45E3-9170-5C1A2725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638" y="3524250"/>
            <a:ext cx="385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20D545-9183-4A93-8B0C-DAE8C8B4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8" y="36480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关键旅程 E2E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705185-EE85-4049-AD38-32778636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3657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登录、下单、发布、审批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874934-AA34-4425-BCC7-2C2C9530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48150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70DCA8-7D33-42D7-9122-B2C2927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719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组件 / 页面集成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5396E2-7A36-4BCB-96DD-B52F4D93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38150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状态切换、表单、路由、权限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65F222-EC7B-4EA1-A202-19571363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FC6657-706A-42E8-A4AD-0FC6FA97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静态与单元检查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67B5B5-1BD7-4052-9A83-4C315687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0540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类型、Lint、逻辑、可访问性规则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F26C09-BD93-4394-98DF-8539B761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7338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9D08F3-2180-4B18-A39D-A82686BA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Agent测试提示词必须包含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81258B-CA63-4523-877C-37E192BE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657353-29D8-45B6-930E-F28C06E0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0047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起始URL、账号、测试数据与禁止动作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559665-90AE-48BA-AD83-547FCDC7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00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B23CE3-A1DD-4A46-B698-FDD83B94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关键路径及每步预期可见结果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84C81D-835D-4051-9E50-87BF5294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D368F6-589A-4F7D-AA38-D5B84118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6722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桌面/移动视口与截图命名规则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32F930-98B9-4C16-B2B7-008277D7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67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308A08-C2BA-449D-A591-90EF36A0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控制台错误、失败请求、可访问性检查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37E002-EB5C-40BB-A2A8-315B6E6C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00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5176947-F84A-42D2-8176-601D431A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3397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失败时保留证据，不自行跳过断言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078577-5311-4164-84C3-E4DEAFB7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6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结论：浏览器Agent负责探索与取证，Playwright脚本负责稳定回归。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6E6A5F-8EFC-4201-BFCD-7451065C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DFF89DD-A41C-499C-940D-BF52EF01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9cde22f3182476b"/>
              </a:rPr>
              <a:t>Codex Browser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ae3c1a6508041d3"/>
              </a:rPr>
              <a:t> · Trae Browser &amp; Preview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af801235c5548ca"/>
              </a:rPr>
              <a:t> · Playwright Best Practices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C98ACC-09DB-4825-82E5-CFAE7A3C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6227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CDEF3C-F720-4082-AC8D-7EE1EE07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F7F46-C241-483D-B2DA-57B5A0DA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11  产品 Superpowers 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11C8C-8361-426F-82A9-EDFBD927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Superpowers把成熟研发方法封装成可组合、自动触发的Skills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22C35-C3B7-465C-A690-0E326639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47BDD-2258-44CC-8BDE-B94C64AC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9F3D3-6456-40E2-893D-7B07CB30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Brainstorm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2022C-BF10-45EC-BFCB-8C646D46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澄清需求与方案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9DA2A-081E-45DE-AF11-C214FC7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2A84B-198E-46DA-8F6E-AC79B183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097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F9B4C-5A91-4575-9F03-23BF08CF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C8262-F550-4F96-A497-10CEBD45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A57FD-C900-4710-B7CE-AAC8DCA4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85894-A8B9-4BBB-8134-CB9C3993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分段评审设计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A87DC-F8AC-43A4-B598-C0D05B9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8635E-C96E-4D6A-B2C6-FF44B6D6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71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3E010-46CD-4ECD-B9B8-396B02FA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242AD-67AA-47C9-BAFE-94F97CAF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C26B7-9658-4D0F-B8EC-A702FD4B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90983-AEF2-4851-AD20-DB77B14E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拆成可执行小任务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4D9B9-7405-4CFD-AC78-D012E948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9B74E-22EA-4171-A64D-F7A828D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244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DF5FE-76E1-4653-B682-07EF9C3D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AF549-FB65-48BA-B417-69E55407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BA5A7-BAD9-462B-AA5C-6AF27A86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Worktree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974D93-2B56-4050-88AF-2D75ACCE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建立隔离工作区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D7548A-A55D-49F4-9DD1-6A18619F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65E070-DC02-40B4-8EFF-BA1E783B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818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B0C69-52B1-463C-97FB-7BB1237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FECFA8-BC06-4F45-B6E2-E66423B6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BF12A8-A12B-4C17-9467-CC46A166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TDD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3C131-3C70-4474-B788-4D71575B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69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RED→GREEN→REFACTOR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FB2141-A193-4FF8-B546-328475F7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9E30AC-8980-45E3-BE3B-774797DB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391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A9A49D-648E-426E-81DE-82DC415D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DFBF26-A0CA-4C58-8848-74400245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88E077-877B-43C8-B0A1-5D86FA67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Subagents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0645D2-2894-4BC5-9C43-0E899632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逐任务实现与双重审查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F72FF2-C865-4CF7-8729-6486CBA1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EB3201-A0AD-47EC-8BD4-B5AB67BE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965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0635B6-437D-44AD-8F5A-C475E4A5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E4AF87-7F97-4CBA-80FD-030703AF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7D5A90-74E2-4188-A6AA-5AE8D4DC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Finish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41CBDB-AA73-4144-A034-6A6B5D38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测试、PR/合并、清理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6D0C84-1E15-412F-B928-C1E0AC66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1492D6-9CFA-4EDC-8C75-9A3B5CB4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它是什么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93FD23-43D2-4823-8DDB-0518781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AAA4F1-D624-4136-986F-4D16792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开源Agentic Skills框架 + 软件开发方法论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2872D5-50AB-491D-BAA1-3B665A90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DDC04D-69C1-420A-8A0A-764D63F1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通过技能触发器把流程变成强制检查点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BBA6B2-CDC4-439B-BAF6-6FF9ACBD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41F02A-F8DE-4559-B903-29920228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支持Claude Code、Codex、Cursor等多种Harness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A876D3-AF4C-4597-BC8C-51E96650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E0FC07-7599-4075-BEA7-EF3EEAFD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核心价值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9C0362-94B9-49E7-968D-2BEB130D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847EEC-88BE-49C7-9859-F5C4DA31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减少Agent跳过设计、测试和验证的随机性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D2B483-F8D0-4530-9555-140405E6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84E953-49ED-4EE8-8110-E5A60B6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把团队方法沉淀为可版本化Skills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CC62AB-8A05-41DB-B0A2-B8FCA3C7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1E4C45-C656-4E5E-B514-472459C4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Subagent每任务新上下文，降低长会话漂移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25CCAF-B9CC-4BFD-93BC-87758913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0CCBE9-A2EE-427A-95C4-6CCCAEB2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边界与风险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E2EB0C-75E0-4A11-A0FF-1D86F379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933048-1F75-4F35-85C1-81DFD8B6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不是模型、IDE或项目管理系统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04BE5F-C7DF-4AE2-BD4C-D0AECF0C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CCED03-6C82-43B4-B7E0-72787952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强流程会增加小任务的时间与Token开销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86FEF5E-6B17-41FE-8BE7-B2B6AAE8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ABB94B-7142-4114-8FDD-1A4E84A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需结合团队规范裁剪，避免机械执行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168FF6-F8A6-48FD-A0DA-E1E0CE58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6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落地建议：先在一个可测试项目启用 Brainstorm → Plan → TDD → Review 四项核心技能。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A4FB58C-4B3C-4F9A-8478-1030A786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E7D627-5E80-4ED6-B76F-0C5F4E97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19469b8d99049c6"/>
              </a:rPr>
              <a:t>Superpowers GitHub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D8C9805-DDAA-4DE3-832E-33DC3889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390138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6456A9-E5D1-432C-878F-61D87CEA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C0EE8-DE6E-4DB3-86B3-C7629B4C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12  产品 OpenSpec 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BFC66-4E37-4BE2-8523-974A1F03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OpenSpec用“当前规范 + 变更提案”控制存量项目的需求漂移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66747-ED45-438F-8610-AEFC164B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3371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557F8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B7896-DE06-4DF2-9CA7-861978A4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57F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57F89"/>
                </a:solidFill>
                <a:latin typeface="Microsoft YaHei"/>
                <a:ea typeface="Microsoft YaHei"/>
                <a:cs typeface="Microsoft YaHei"/>
              </a:rPr>
              <a:t>openspec/specs/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39AD3-9F4F-4FB3-A1C4-FF618D49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当前已生效的事实来源</a:t>
            </a:r>
          </a:p>
          <a:p xmlns:a="http://schemas.openxmlformats.org/drawingml/2006/main">
            <a:pPr algn="ctr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Requirements + Scenarios</a:t>
            </a:r>
          </a:p>
          <a:p xmlns:a="http://schemas.openxmlformats.org/drawingml/2006/main">
            <a:pPr algn="ctr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供所有Agent读取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A736F-9F9C-4805-A87A-01340F10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574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965BC-FEC0-4CC3-89D2-D7F9C932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24350" y="21907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CCE55-BC68-4581-AED2-94A43507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71600"/>
            <a:ext cx="3371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FCD6B-9087-44EE-B6DD-5548014C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59067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openspec/changes/&lt;id&gt;/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E72FD-5E20-4A50-9B60-86C50CE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9775"/>
            <a:ext cx="2933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proposal.md  为什么/改什么</a:t>
            </a:r>
          </a:p>
          <a:p xmlns:a="http://schemas.openxmlformats.org/drawingml/2006/main">
            <a:pPr algn="ctr">
              <a:def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design.md  怎么实现</a:t>
            </a:r>
          </a:p>
          <a:p xmlns:a="http://schemas.openxmlformats.org/drawingml/2006/main">
            <a:pPr algn="ctr">
              <a:def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tasks.md  实施清单</a:t>
            </a:r>
          </a:p>
          <a:p xmlns:a="http://schemas.openxmlformats.org/drawingml/2006/main">
            <a:pPr algn="ctr">
              <a:def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specs/  规格增量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4D1F3-A66E-4CA4-B148-451A1399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574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12B90-7A9F-45A4-8A97-B4CF040A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62950" y="21907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F3ADC-4341-4799-AC75-C1796E34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71600"/>
            <a:ext cx="2990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4A1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BBD0D-42F2-4CD9-8659-51E2C11A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9067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A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A100"/>
                </a:solidFill>
                <a:latin typeface="Microsoft YaHei"/>
                <a:ea typeface="Microsoft YaHei"/>
                <a:cs typeface="Microsoft YaHei"/>
              </a:rPr>
              <a:t>Archive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BCA16-0F69-4873-8000-824439F3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05025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实现并验证后归档变更</a:t>
            </a:r>
          </a:p>
          <a:p xmlns:a="http://schemas.openxmlformats.org/drawingml/2006/main">
            <a:pPr algn="ctr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把批准的规格增量合并回</a:t>
            </a:r>
          </a:p>
          <a:p xmlns:a="http://schemas.openxmlformats.org/drawingml/2006/main">
            <a:pPr algn="ctr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当前规范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ADF8E-B7E7-41BD-884C-BA8C3F62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D7D13-6D20-4AEE-8D1F-6F00FA93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/opsx:explore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B5589-F060-45AB-932C-5033DCEF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理解存量代码、权衡方案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D2AA9-1851-47EE-B629-60745F2B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BDF34-3732-4721-83CB-076374E1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/opsx:propose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F74B1-2A70-4192-894D-24576C37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生成提案、规格、设计、任务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355F4-690D-4E90-A2E2-F995B46E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17446-DD40-47EB-A408-99B7D316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/opsx:apply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07859-219C-43FF-8B95-433FB251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按任务实现并持续更新状态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1E7ABB-23C1-4480-94A9-755F881B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F42795-E444-4AEB-AE64-62E6CE30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/opsx:verify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B893AE-B4E9-48EC-A472-674E0537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核对实现、场景和验收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2EF37C-1B29-49CB-9350-31A0056E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915B12-AB1C-43B1-87B5-BB4B2E97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/opsx:archive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8D929E-7851-42FB-A451-03E2D81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归档变更并更新当前规范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DD8824-1CFB-4864-899F-56334FB8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5039D5-C241-430E-B416-5B05EDC2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与其他机制的关系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B70372-C415-4254-8742-79421FF1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2292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AGENTS.md / Rules 管“Agent如何工作”；OpenSpec 管“系统当前应是什么、这次要改什么”；Quest/SDD 管“如何生成并执行任务”。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C5EB32-8AD8-4877-B5BC-B1937487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D66B4C-9F3B-47FC-A73A-E3F0AA78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07960a2ea547be"/>
              </a:rPr>
              <a:t>OpenSpec GitHub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D32CF3-5D46-4F2B-89AC-7988ADF3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674293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F32D83-1801-4BFF-80B8-22B1CA73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42FCF-80E4-4A2A-B50C-C9D7F4C8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13  最佳实践：如何省 Tokens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93E71-0DFE-45E1-9127-93EC830C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省Token的本质：减少无效上下文、重复推理和失败重试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458F0-858A-41AB-86E5-BFB37B94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68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C8BD5-E1E4-4F2B-9D96-4CE8AEB2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61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总消耗 = 稳定上下文 + 本次检索 + 对话历史 + 工具结果 + 输出 + 重试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A2A2C-30B6-4CEE-A5C8-3DB7D219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3EA83-6051-4B73-925B-B461A4FD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  控制输入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BAD70-6770-438C-AA59-E9820A48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D436D-4579-4FD8-874B-2B885AB6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写清目标、范围、验收和禁止项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F7DEF-243B-49FC-A278-DBDDE798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26838-5D6A-4236-9DA0-D34E556D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只附相关文件/章节，先定位再展开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A0DE6-D0CA-4683-BF29-FFD14C47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38A2A-3F68-4B30-BFE3-5D869598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  分层规则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9C5CA-9E78-4E05-A7F4-D54C2A80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50D74-4D76-4958-A412-65E395D2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根AGENTS.md保留全局约束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577D0-AAAF-474C-8A30-5C766220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69D23-B030-45A7-B0DD-A9F9B88C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子目录规则就近生效，避免全仓注入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C7000-BF64-49C7-A858-EEC6BD88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654AB-B252-4F4D-B208-650B978A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  检索替代粘贴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6915E-E977-43EF-8CFA-E03F5EAE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4A4E6-6BD5-4E68-9FB7-F252D894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用Codebase/Repo Wiki召回Top-K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86C99-DAC8-4E77-ABA9-DBF82D9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B56AB-C187-47D5-8470-A16D2A0D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输出带引用，发现缺口再二次检索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E1EB88-FD9A-480D-9105-39EF5008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6AFE9-229B-409B-9BCA-2F529795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  复用稳定前缀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1B769C-FBBF-4ABD-B6F2-DDC4E5E0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EE5701-EEDA-4E48-96A3-2D951231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固定系统提示、工具定义和规则顺序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3D82DC-C08D-45CA-A523-F73801A0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A12E19-9C1A-4841-8901-493FCD57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利用Prompt Cache，避免轻微改写失效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AE1735-205A-4212-ADE3-A2367D3D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51FEA5-6D96-4558-B4CE-2607F7DC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  控制工具结果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0443A4-1C38-4697-8639-3706E463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6490CB-404C-4BE3-B94A-3BDEBBB8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日志先过滤、分页、聚合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B9B3C-47A7-420E-9624-E14FB2B9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7F960-C297-46C9-9460-54800065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截图/DOM/Trace只在需要时展开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255ED2-D928-44C2-9B87-05326889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F95E02-AB68-428B-A7AD-DEDC13C2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  模型与模式分级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DB8BCA-3864-4176-8EDF-FB8074B8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FFE613-4382-4E1A-8724-7D9D4348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小模型做搜索、分类、格式化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8B21B7-757F-4100-B4C6-155B965A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C382A6-71E5-4B13-8544-0505E54E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高推理/多Agent只用于高价值复杂任务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653F52-C506-411B-83EF-7A48396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066CF4-D21C-434F-BE07-8D1CDE4B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07  缩短会话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F995B1-740C-42EE-8428-F170799B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3C86F5-803E-4618-87CA-32938A00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阶段结束写摘要/Artifact后新开任务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9A84B0-FAA1-483B-8D4C-C1821131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A449C2-B0B3-439B-ABC7-E7DA4C21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长任务使用Compaction，保留决策与证据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589DBF-CB40-4A4E-A156-BD08999B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A530C7-1E66-4414-9C20-7A0285DA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08  降低重试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E9AF81-246A-41BC-B86C-74BB7DA6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F8C5AB-C541-4E5D-86B6-3EAB9920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先跑最小验证，再扩大修改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1B73C5-A311-45C3-80ED-34F72E94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ACBF38-DC23-44B4-9768-27BEE97D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失败必须读取错误根因，禁止盲目重复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473BCF-A510-49FC-9CBB-36220448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106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4A1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56EFCB-CA0A-46B3-AA06-23F281F1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4A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4A100"/>
                </a:solidFill>
                <a:latin typeface="Microsoft YaHei"/>
                <a:ea typeface="Microsoft YaHei"/>
                <a:cs typeface="Microsoft YaHei"/>
              </a:rPr>
              <a:t>团队度量：每个成功任务的输入Token、输出Token、缓存命中率、工具结果量、重试次数和人工复核时间。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4C7787-9FE8-4933-BC44-2253AF7E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BA0F55-B7A8-49D8-99C9-AABE9BC4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31f288a7ffb4ae5"/>
              </a:rPr>
              <a:t>Codex节省用量建议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e5b0bab33c1413f"/>
              </a:rPr>
              <a:t> · OpenAI Prompt Caching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dd2b73bba4d488a"/>
              </a:rPr>
              <a:t> · Qoder Context Compression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ca2ef9360e543ab"/>
              </a:rPr>
              <a:t> · Anthropic Prompt Caching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E852CD-7365-491D-990D-C286743A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870272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190DB5-FDE7-48CC-B986-B79F8553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045A1-C356-446E-8861-E0410699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14  Agentic Loop 工作原理总结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908B7-651A-41E1-A737-175CFF40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Agentic Loop把模型推理转化为可执行、可观察、可收敛的工程循环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78E97-E079-4A3C-B6C6-01BFD332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5467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9b10334e947cd"/>
          <a:stretch xmlns:a="http://schemas.openxmlformats.org/drawingml/2006/main"/>
        </p:blipFill>
        <p:spPr>
          <a:xfrm xmlns:a="http://schemas.openxmlformats.org/drawingml/2006/main">
            <a:off x="722173" y="1390650"/>
            <a:ext cx="5127905" cy="2590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4076B-4633-4BFC-A901-2DD70A69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23975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92797-FC15-44F9-A2AF-919C76FD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763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C9A86-552F-4372-9FE4-086A4E82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573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获取上下文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3B9D9-6120-40FD-9D5F-F7DD8828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89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搜索代码、读取文件、项目规则、历史状态与用户补充信息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09353-B8C7-4364-9427-BEF9070F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8517F-7165-4083-B708-81387077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90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9C3AA-EA95-428A-87FC-D7E9ED00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17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执行操作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94D9C-325F-4D5F-A36E-DB529A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89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模型选择工具：修改文件、运行命令、访问Web或调用外部服务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A0AD3-9647-4127-8673-B709BECE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0D096-EAEC-4CB9-B84B-BC2639BB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05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69FE6-3C49-45E9-8409-463432D1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861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4D146-EA0A-417F-B4D8-971728BB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489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读取工具观察值，以测试、构建、Diff和验收条件判断下一步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9C5B0-27A5-4786-849B-9E71DB49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11068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557F8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B87D6-A6E4-484C-ACAF-C8AE18A6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F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7F89"/>
                </a:solidFill>
                <a:latin typeface="Microsoft YaHei"/>
                <a:ea typeface="Microsoft YaHei"/>
                <a:cs typeface="Microsoft YaHei"/>
              </a:rPr>
              <a:t>循环状态机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7C968C-57B8-4E46-8A2F-08C31A44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B58B5-DAF1-4638-853D-D12A7B58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475C9-1CFF-41AB-9586-3E09D303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8AB3E-93A8-4624-A439-CDF5D7D7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48025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7C851-B7F4-45D4-BAA6-64F6D4F0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579C6D-C12B-4E01-B9C1-18FBA1FF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586DC-138E-478B-94B8-8D0D18A0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FE92A3-44E2-41A2-A76E-031AD673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33900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DEBEF9-8D1E-4E17-A757-84E35DAC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38CEF2-EE8E-4EAF-96A0-F8B46DFF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E6CD02-00C7-4B9F-A15B-3551AFD4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2E6D84-145D-43F8-8B0A-E811AB59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19775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1D739C-0C60-4387-BE0A-6D1C7AF7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C7FAAB-64B7-45B6-8D94-94D37B2C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309385-8421-49AB-9E03-7B8550EE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78EAEF-0DCA-4026-B4CB-20A44766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05650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D3DDB2-FA00-43C6-B355-7621668F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10DB20-B859-46C9-A600-688988E0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E03A53-7112-4FE7-B829-4C2197ED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5A0EAE-5065-4A9C-AA54-B20C5CCC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91525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9D9919-CC9C-4CA1-AE37-68CF5A3E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0FB10A-1090-4777-B684-847B7DAA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EAA5A3-C396-4A45-95BF-4570EA33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7F5631-ADDB-4B58-8DFB-7DD7166F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77400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75BE37-B380-406D-936E-C9920682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55AFD8-2BC0-4F9A-A1DD-F3F850AC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继续 / 结束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9269B8-953E-4E30-A73B-048A4EAF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149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观察结果会更新上下文并触发重新规划；用户可随时中断、补充上下文或改变方向。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F2346D-495B-44F9-AD23-D705A2AD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9B35A6-2E1C-4162-8D46-B25ADD9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292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定义可验证停止条件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5C2239-C31C-4727-9DC7-8902626C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29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FB76A5-144F-4D36-B62C-0826A40D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292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在外层编排多个Loop/阶段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C27FE7-D6C7-4DE6-BD2F-DFC93428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29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Subagent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6C7A0F-2FF2-4B3A-AD7A-D31A2F2B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292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形成嵌套且隔离的子Loop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2AD832-9AC2-4E2E-AEFE-CD4134AD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Skills / MCP / Hooks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44CBBB-E15C-4059-A9CC-1FB17018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97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扩展决策、工具和生命周期动作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A1C002-7916-4D7E-8E8D-B7650A30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19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Memory / Rules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8EFB27-47EB-4DD9-BCA9-B397356A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197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提供跨轮次稳定上下文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87BEEA-8ECF-4BF0-AE4E-E57281C0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19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Sandbox / Review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4B27E0-9669-47EE-BA99-189EE4F6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197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限制动作并形成质量闸门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78F50D-E671-42FD-9A61-C050C46E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715A0E-C1D7-4E29-8D37-B3EFF239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b848af4c6404d0f"/>
              </a:rPr>
              <a:t>智谱：Coding Agent工作原理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FEACAF-E973-4C8E-A3F5-EA4C689B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164145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63DB41-FFD3-40FF-A9AC-CECBABF5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430EC-BA1C-410F-AA4E-2132086C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15  Coding Agent 常见工作流总结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17E84-E1EA-483D-AA18-958B8A49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0F17"/>
                </a:solidFill>
                <a:latin typeface="Microsoft YaHei"/>
                <a:ea typeface="Microsoft YaHei"/>
                <a:cs typeface="Microsoft YaHei"/>
              </a:rPr>
              <a:t>常见工作流共享同一主线：探索 → 计划 → 执行 → 验证 → 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8AB15-3484-404B-882C-D719D328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C53BD-EBE6-475B-9EC0-44CEED3C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919F5-0B32-4F1B-90FA-AF6953FC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探索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1F2BE-C55E-4C52-8DC9-8436EA0B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从宽到窄理解上下文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53DB2-80BD-4AF7-A6F4-EBE70CBC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724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9BC4B-0411-476C-88DA-83C870AB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28900" y="16573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D17D2-1866-44C2-B323-C675A695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86744-1D60-45CA-86F1-17A5C64D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E4B9B-8B8E-49B1-BBB0-A331FAB2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C76CB-256C-4E7D-BC42-AE013044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明确范围、风险与验收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D4FAE-E3BF-488C-97B0-B2CC92FA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724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78AAC-FB12-48B3-8D55-D887B6D6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38700" y="16573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65ABC-1300-46E0-91D1-F1B57567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8DAF2-B7F3-49C9-97FB-B9429F6B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BC8F0-2E77-4072-97FB-C5435FD8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5FFC7-B879-4D7D-8873-76C80473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小步修改或委派子Agent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64719-94BC-4E2E-9D46-B95936C1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24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57BD9-ADE7-4C7F-A1FE-317146B4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48500" y="16573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0986A-9EA4-46E6-A433-05AA69EB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E44607-AD57-4716-A8CF-2DEF5FC4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E6153-4DD9-476C-B4F5-D170DBE5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2BC007-E2AA-4A85-B7BB-2398AE2F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测试、构建、Diff和规则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55B60-19FE-419B-A1FC-83BBBD32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24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D0F587-B1C0-4840-961F-7596E8AE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58300" y="16573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solidFill>
              <a:srgbClr val="8989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3214F0-A4A9-46D9-93A8-9BF0C9EB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239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831B7A-A383-4B0B-BD90-D30D6D5D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573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A545F-D943-4E61-9892-09F4FEDF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38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C4A42A-F3A6-4E91-8CF3-4961DC62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0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PR、文档、证据与回写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A98A61-E4C8-4708-9095-93CF009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8C9756-EE51-4199-BE4E-FF445B05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理解新代码库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A31FA8-7C3C-4C05-B41E-68EA1A7B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概览→架构/术语→相关文件→追踪端到端流程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93142E-6507-4F5B-98D7-1589B26B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E4D14F-75CD-4999-A063-0DC0EED2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完成标准：架构图、入口、关键模型与调用链可解释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8F1913-95F6-4CC0-84FF-2C66A6A1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3365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BC1EE6-EF0B-498C-9E72-C71A91E8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修复 Bug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3D593A-8F06-45FA-AED6-8FD73CD4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复现→堆栈/日志→提出假设→最小修复→回归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F9C237-7A2A-4646-870A-214F66C2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679D82-DFB4-4DFB-9C0B-9BB1DB4F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完成标准：原问题不再复现，相关测试通过且无新增错误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A388A2-D68D-4960-8893-187D9BF7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33650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3A0491-8442-46C9-B411-189F2F03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重构代码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3C59C2-7AEA-4B79-8359-2F7AA3A8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识别遗留→评估兼容性→小步迁移→行为验证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95905A-B654-449F-B141-06901042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0BEE4D-F8C8-4BA8-AAD3-67E4DF7D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575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完成标准：行为保持一致，接口/性能/兼容性满足约束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060E3E-FF4D-418B-927C-94FF45D7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1925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F71628-9932-4C53-A667-7E159121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编写测试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B13880-1308-4EFA-95E5-BB956CFA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找覆盖缺口→生成框架→边界/异常→运行修复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EBFD8F-5CC7-4EBA-90CF-9CCE1222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A9A460-B780-4E3F-83EC-3ABBF9D5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完成标准：测试有意义、可重复，失败能定位真实问题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8E214E-9F93-4DC6-921D-993EDFE4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71925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AC4535-A2E0-4CAD-A906-97DFDF5C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5275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创建 PR / Review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1AC5D1-B861-41A6-A564-A4CD2A71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481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总结Diff→识别风险→完善说明→运行CI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73FCBE-A217-4E8F-96A5-C3673BAE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01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BA5264-21AE-4009-8E20-E243E4D5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958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完成标准：审查者能理解目的、影响面、验证和回滚方式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EAEE6C-6864-40EE-87FA-186DBE01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71925"/>
            <a:ext cx="3448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9B1722-54AA-43D5-BF84-596DD6AC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05275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处理文档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944257-9128-4743-9650-37680850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481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找未记录接口→补说明/示例→规范检查→验证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8BC400-D381-4B25-B8C7-C34BFC73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01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1B7F6A-2393-4956-B526-13E314CC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958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完成标准：公共API与复杂逻辑有准确、可维护的说明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0932AC-B77D-471C-AFE0-0BEE9267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1068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4A1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4560B5-4610-4926-B59B-A2C956EC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A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A100"/>
                </a:solidFill>
                <a:latin typeface="Microsoft YaHei"/>
                <a:ea typeface="Microsoft YaHei"/>
                <a:cs typeface="Microsoft YaHei"/>
              </a:rPr>
              <a:t>三项横向控制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E260A2-B340-43C6-9BA2-82059F20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15000"/>
            <a:ext cx="922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Plan Mode：复杂任务先只读分析  |  Subagents：按角色和最小工具权限委派  |  @文件/目录：精准注入上下文，避免全仓粘贴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50B828-369F-4648-B6EB-2F469BBD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B53FB0-BBF4-4DFD-B83A-798D5E00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内部公开  |  官网资料复核：2026-07-23  |  来源：</a:t>
            </a:r>
            <a:r>
              <a:rPr sz="713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954ea22a92b4f35"/>
              </a:rPr>
              <a:t>智谱：常用工作流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AB43D3-B26C-4648-9611-239B9E95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2295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2026-07-23T03:40:53.1810000Z</dcterms:created>
  <dcterms:modified xsi:type="dcterms:W3CDTF">2026-07-23T03:40:53.1810000Z</dcterms:modified>
</coreProperties>
</file>