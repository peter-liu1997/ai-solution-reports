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e91049456e4eac" /><Relationship Type="http://schemas.openxmlformats.org/officeDocument/2006/relationships/extended-properties" Target="/docProps/app.xml" Id="R8f068ff86abc42a2" /><Relationship Type="http://schemas.openxmlformats.org/officeDocument/2006/relationships/officeDocument" Target="/ppt/presentation.xml" Id="R1238632838104a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3f3c622105486b"/>
  </p:sldMasterIdLst>
  <p:notesMasterIdLst>
    <p:notesMasterId xmlns:r="http://schemas.openxmlformats.org/officeDocument/2006/relationships" r:id="R7e5019e4446b4941"/>
  </p:notesMasterIdLst>
  <p:sldIdLst>
    <p:sldId xmlns:r="http://schemas.openxmlformats.org/officeDocument/2006/relationships" id="256" r:id="Rbfc58d559c384da8"/>
    <p:sldId xmlns:r="http://schemas.openxmlformats.org/officeDocument/2006/relationships" id="257" r:id="R35327538f3b74dae"/>
    <p:sldId xmlns:r="http://schemas.openxmlformats.org/officeDocument/2006/relationships" id="258" r:id="Rd3e1480425504073"/>
    <p:sldId xmlns:r="http://schemas.openxmlformats.org/officeDocument/2006/relationships" id="259" r:id="R025685e430204c28"/>
    <p:sldId xmlns:r="http://schemas.openxmlformats.org/officeDocument/2006/relationships" id="260" r:id="Rb11cf0cc375e47d8"/>
    <p:sldId xmlns:r="http://schemas.openxmlformats.org/officeDocument/2006/relationships" id="261" r:id="R6702b7e168a947c8"/>
    <p:sldId xmlns:r="http://schemas.openxmlformats.org/officeDocument/2006/relationships" id="262" r:id="R2dca8bbd0d7d40a9"/>
    <p:sldId xmlns:r="http://schemas.openxmlformats.org/officeDocument/2006/relationships" id="263" r:id="R9975c80f0b0544ec"/>
    <p:sldId xmlns:r="http://schemas.openxmlformats.org/officeDocument/2006/relationships" id="264" r:id="R671e2693d32d4516"/>
    <p:sldId xmlns:r="http://schemas.openxmlformats.org/officeDocument/2006/relationships" id="265" r:id="R4ef5fc07cd6a4359"/>
    <p:sldId xmlns:r="http://schemas.openxmlformats.org/officeDocument/2006/relationships" id="266" r:id="Re4f67c8a6f924d39"/>
    <p:sldId xmlns:r="http://schemas.openxmlformats.org/officeDocument/2006/relationships" id="267" r:id="R90fc95abb88b4495"/>
    <p:sldId xmlns:r="http://schemas.openxmlformats.org/officeDocument/2006/relationships" id="268" r:id="R9ec386303c14443b"/>
    <p:sldId xmlns:r="http://schemas.openxmlformats.org/officeDocument/2006/relationships" id="269" r:id="R5bb471c504d34cc2"/>
    <p:sldId xmlns:r="http://schemas.openxmlformats.org/officeDocument/2006/relationships" id="270" r:id="Rce7b684dd19440da"/>
    <p:sldId xmlns:r="http://schemas.openxmlformats.org/officeDocument/2006/relationships" id="271" r:id="R72789425cb9d43f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6222ddc3b8402d" /><Relationship Type="http://schemas.openxmlformats.org/officeDocument/2006/relationships/slideMaster" Target="/ppt/slideMasters/slideMaster1.xml" Id="R353f3c622105486b" /><Relationship Type="http://schemas.openxmlformats.org/officeDocument/2006/relationships/notesMaster" Target="/ppt/notesMasters/notesMaster1.xml" Id="R7e5019e4446b4941" /><Relationship Type="http://schemas.openxmlformats.org/officeDocument/2006/relationships/presProps" Target="/ppt/presProps.xml" Id="R6083f7d969214448" /><Relationship Type="http://schemas.openxmlformats.org/officeDocument/2006/relationships/tableStyles" Target="/ppt/tableStyles.xml" Id="R0db3931646c64fca" /><Relationship Type="http://schemas.openxmlformats.org/officeDocument/2006/relationships/slide" Target="/ppt/slides/slide1.xml" Id="Rbfc58d559c384da8" /><Relationship Type="http://schemas.openxmlformats.org/officeDocument/2006/relationships/slide" Target="/ppt/slides/slide2.xml" Id="R35327538f3b74dae" /><Relationship Type="http://schemas.openxmlformats.org/officeDocument/2006/relationships/slide" Target="/ppt/slides/slide3.xml" Id="Rd3e1480425504073" /><Relationship Type="http://schemas.openxmlformats.org/officeDocument/2006/relationships/slide" Target="/ppt/slides/slide4.xml" Id="R025685e430204c28" /><Relationship Type="http://schemas.openxmlformats.org/officeDocument/2006/relationships/slide" Target="/ppt/slides/slide5.xml" Id="Rb11cf0cc375e47d8" /><Relationship Type="http://schemas.openxmlformats.org/officeDocument/2006/relationships/slide" Target="/ppt/slides/slide6.xml" Id="R6702b7e168a947c8" /><Relationship Type="http://schemas.openxmlformats.org/officeDocument/2006/relationships/slide" Target="/ppt/slides/slide7.xml" Id="R2dca8bbd0d7d40a9" /><Relationship Type="http://schemas.openxmlformats.org/officeDocument/2006/relationships/slide" Target="/ppt/slides/slide8.xml" Id="R9975c80f0b0544ec" /><Relationship Type="http://schemas.openxmlformats.org/officeDocument/2006/relationships/slide" Target="/ppt/slides/slide9.xml" Id="R671e2693d32d4516" /><Relationship Type="http://schemas.openxmlformats.org/officeDocument/2006/relationships/slide" Target="/ppt/slides/slide10.xml" Id="R4ef5fc07cd6a4359" /><Relationship Type="http://schemas.openxmlformats.org/officeDocument/2006/relationships/slide" Target="/ppt/slides/slide11.xml" Id="Re4f67c8a6f924d39" /><Relationship Type="http://schemas.openxmlformats.org/officeDocument/2006/relationships/slide" Target="/ppt/slides/slide12.xml" Id="R90fc95abb88b4495" /><Relationship Type="http://schemas.openxmlformats.org/officeDocument/2006/relationships/slide" Target="/ppt/slides/slide13.xml" Id="R9ec386303c14443b" /><Relationship Type="http://schemas.openxmlformats.org/officeDocument/2006/relationships/slide" Target="/ppt/slides/slide14.xml" Id="R5bb471c504d34cc2" /><Relationship Type="http://schemas.openxmlformats.org/officeDocument/2006/relationships/slide" Target="/ppt/slides/slide15.xml" Id="Rce7b684dd19440da" /><Relationship Type="http://schemas.openxmlformats.org/officeDocument/2006/relationships/slide" Target="/ppt/slides/slide16.xml" Id="R72789425cb9d43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ded6371c0648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879869556b4772" /><Relationship Type="http://schemas.openxmlformats.org/officeDocument/2006/relationships/notesMaster" Target="/ppt/notesMasters/notesMaster1.xml" Id="R240ecae0afb143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446c916d844766" /><Relationship Type="http://schemas.openxmlformats.org/officeDocument/2006/relationships/notesMaster" Target="/ppt/notesMasters/notesMaster1.xml" Id="R09d1903c85284d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95cc7c8998488f" /><Relationship Type="http://schemas.openxmlformats.org/officeDocument/2006/relationships/notesMaster" Target="/ppt/notesMasters/notesMaster1.xml" Id="R8917ecc3bad74d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47ad09179e43d2" /><Relationship Type="http://schemas.openxmlformats.org/officeDocument/2006/relationships/notesMaster" Target="/ppt/notesMasters/notesMaster1.xml" Id="R40b096eb49d446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96a0abda284af6" /><Relationship Type="http://schemas.openxmlformats.org/officeDocument/2006/relationships/notesMaster" Target="/ppt/notesMasters/notesMaster1.xml" Id="Re646015e846a40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f49a871bc944d4" /><Relationship Type="http://schemas.openxmlformats.org/officeDocument/2006/relationships/notesMaster" Target="/ppt/notesMasters/notesMaster1.xml" Id="R6acceaab8e2349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008e0f9cc74fff" /><Relationship Type="http://schemas.openxmlformats.org/officeDocument/2006/relationships/notesMaster" Target="/ppt/notesMasters/notesMaster1.xml" Id="Re4279a8a3cfb45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193aca82fc405f" /><Relationship Type="http://schemas.openxmlformats.org/officeDocument/2006/relationships/notesMaster" Target="/ppt/notesMasters/notesMaster1.xml" Id="R7cef46f263854a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dfe9c88e1947dd" /><Relationship Type="http://schemas.openxmlformats.org/officeDocument/2006/relationships/notesMaster" Target="/ppt/notesMasters/notesMaster1.xml" Id="R2aa4abeddd184b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110b6f48a74b9f" /><Relationship Type="http://schemas.openxmlformats.org/officeDocument/2006/relationships/notesMaster" Target="/ppt/notesMasters/notesMaster1.xml" Id="R5d15e412bff74a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8f897b7abd442a" /><Relationship Type="http://schemas.openxmlformats.org/officeDocument/2006/relationships/notesMaster" Target="/ppt/notesMasters/notesMaster1.xml" Id="R1c0b292c7359406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9a3ff49f8d4216" /><Relationship Type="http://schemas.openxmlformats.org/officeDocument/2006/relationships/notesMaster" Target="/ppt/notesMasters/notesMaster1.xml" Id="R6b76bcca9bdc4a3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c66dc0b47149de" /><Relationship Type="http://schemas.openxmlformats.org/officeDocument/2006/relationships/notesMaster" Target="/ppt/notesMasters/notesMaster1.xml" Id="R47857716f14646d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5df4a1f91904880" /><Relationship Type="http://schemas.openxmlformats.org/officeDocument/2006/relationships/notesMaster" Target="/ppt/notesMasters/notesMaster1.xml" Id="Ra3e7507df5e941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e0435e371c43a4" /><Relationship Type="http://schemas.openxmlformats.org/officeDocument/2006/relationships/notesMaster" Target="/ppt/notesMasters/notesMaster1.xml" Id="R11d557515b7a441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43d87f004841a0" /><Relationship Type="http://schemas.openxmlformats.org/officeDocument/2006/relationships/notesMaster" Target="/ppt/notesMasters/notesMaster1.xml" Id="Rba34655543744e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eae41e5e1f4a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803803473b43c3" /><Relationship Type="http://schemas.openxmlformats.org/officeDocument/2006/relationships/slideLayout" Target="/ppt/slideLayouts/slideLayout1.xml" Id="Rc77d73b618f34b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7d73b618f34b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bcb02cc594e29" /><Relationship Type="http://schemas.openxmlformats.org/officeDocument/2006/relationships/image" Target="/ppt/media/image.png" Id="R70e501aa2d954167" /><Relationship Type="http://schemas.openxmlformats.org/officeDocument/2006/relationships/notesSlide" Target="/ppt/notesSlides/notesSlide1.xml" Id="R06f4552ab3884c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2ce72d2ef45b7" /><Relationship Type="http://schemas.openxmlformats.org/officeDocument/2006/relationships/hyperlink" Target="https://support.huaweicloud.com/productdesc-codeartssnap/codeartsdoer_pd_0001.html" TargetMode="External" Id="Rd92fa86b0c774e5a" /><Relationship Type="http://schemas.openxmlformats.org/officeDocument/2006/relationships/hyperlink" Target="https://code.claude.com/docs/en/overview" TargetMode="External" Id="R9bd2f34b2ffb44a2" /><Relationship Type="http://schemas.openxmlformats.org/officeDocument/2006/relationships/hyperlink" Target="https://docs.qoder.com/" TargetMode="External" Id="R55b26aafcbae41d9" /><Relationship Type="http://schemas.openxmlformats.org/officeDocument/2006/relationships/hyperlink" Target="https://learn.chatgpt.com/docs" TargetMode="External" Id="R862d160e3a5b4d45" /><Relationship Type="http://schemas.openxmlformats.org/officeDocument/2006/relationships/notesSlide" Target="/ppt/notesSlides/notesSlide2.xml" Id="R8e695a43b1d943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12b4060274719" /><Relationship Type="http://schemas.openxmlformats.org/officeDocument/2006/relationships/hyperlink" Target="https://codearts.huaweicloud.com/pricing.html" TargetMode="External" Id="Ra8255e682988412a" /><Relationship Type="http://schemas.openxmlformats.org/officeDocument/2006/relationships/hyperlink" Target="https://support.claude.com/en/articles/11049762-choose-a-claude-plan" TargetMode="External" Id="Rc820047ffd7a4e37" /><Relationship Type="http://schemas.openxmlformats.org/officeDocument/2006/relationships/hyperlink" Target="https://docs.qoder.com/account/pricing" TargetMode="External" Id="R318b3089eb924c92" /><Relationship Type="http://schemas.openxmlformats.org/officeDocument/2006/relationships/hyperlink" Target="https://learn.chatgpt.com/docs/pricing" TargetMode="External" Id="Rd743631a825149d0" /><Relationship Type="http://schemas.openxmlformats.org/officeDocument/2006/relationships/notesSlide" Target="/ppt/notesSlides/notesSlide3.xml" Id="Re063569b7c8c4d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b524c551d42a6" /><Relationship Type="http://schemas.openxmlformats.org/officeDocument/2006/relationships/hyperlink" Target="https://codearts.huaweicloud.com/pricing.html" TargetMode="External" Id="Red4f095455fc42d3" /><Relationship Type="http://schemas.openxmlformats.org/officeDocument/2006/relationships/hyperlink" Target="https://docs.qoder.com/account/pricing" TargetMode="External" Id="Rb6f6103477174c50" /><Relationship Type="http://schemas.openxmlformats.org/officeDocument/2006/relationships/hyperlink" Target="https://cursor.com/pricing" TargetMode="External" Id="R549b18c43e154190" /><Relationship Type="http://schemas.openxmlformats.org/officeDocument/2006/relationships/hyperlink" Target="https://www.trae.ai/pricing" TargetMode="External" Id="Rd022216b1d6f45b4" /><Relationship Type="http://schemas.openxmlformats.org/officeDocument/2006/relationships/notesSlide" Target="/ppt/notesSlides/notesSlide4.xml" Id="R3d05c958bdae49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8c68e2bfe44d7" /><Relationship Type="http://schemas.openxmlformats.org/officeDocument/2006/relationships/image" Target="/ppt/media/image.jpeg" Id="R4d4f7e4b88f5470b" /><Relationship Type="http://schemas.openxmlformats.org/officeDocument/2006/relationships/hyperlink" Target="https://docs.qoder.com/account/enterprise/knowledge-base" TargetMode="External" Id="R2335f04372784c17" /><Relationship Type="http://schemas.openxmlformats.org/officeDocument/2006/relationships/hyperlink" Target="https://qoder.com/blog/qoder-llm?type=%E6%8A%80%E6%9C%AF" TargetMode="External" Id="Rbad82ff8f6064f26" /><Relationship Type="http://schemas.openxmlformats.org/officeDocument/2006/relationships/hyperlink" Target="https://support.huaweicloud.com/usermanual-codeartssnap/codeartsagent_ug_0001.html" TargetMode="External" Id="R8550f65cdef64d37" /><Relationship Type="http://schemas.openxmlformats.org/officeDocument/2006/relationships/notesSlide" Target="/ppt/notesSlides/notesSlide5.xml" Id="R215dc3c5ad904d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c13fcb9714359" /><Relationship Type="http://schemas.openxmlformats.org/officeDocument/2006/relationships/image" Target="/ppt/media/image.bin" Id="R4851279524f24022" /><Relationship Type="http://schemas.openxmlformats.org/officeDocument/2006/relationships/hyperlink" Target="https://qoder.com/blog/qoder-v1-mega-rewrite" TargetMode="External" Id="Rae12e184f5c8420a" /><Relationship Type="http://schemas.openxmlformats.org/officeDocument/2006/relationships/hyperlink" Target="https://docs.qoder.com/user-guide/quest/execution-environments" TargetMode="External" Id="R50bdd7e848cf4954" /><Relationship Type="http://schemas.openxmlformats.org/officeDocument/2006/relationships/notesSlide" Target="/ppt/notesSlides/notesSlide6.xml" Id="R7a9c2f84140542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04217485c45ed" /><Relationship Type="http://schemas.openxmlformats.org/officeDocument/2006/relationships/hyperlink" Target="https://support.huaweicloud.com/usermanual-codeartssnap/codeartsagent_ug_0001.html" TargetMode="External" Id="R3afc837bf5624e18" /><Relationship Type="http://schemas.openxmlformats.org/officeDocument/2006/relationships/hyperlink" Target="https://docs.qoder.com/user-guide/indexing" TargetMode="External" Id="Re68437bc697a4343" /><Relationship Type="http://schemas.openxmlformats.org/officeDocument/2006/relationships/hyperlink" Target="https://docs.qoder.com/user-guide/repo-wiki" TargetMode="External" Id="R7afe1e3cde274ff8" /><Relationship Type="http://schemas.openxmlformats.org/officeDocument/2006/relationships/hyperlink" Target="https://docs.qoder.com/account/enterprise/qmind" TargetMode="External" Id="Rd8557f3646f84c86" /><Relationship Type="http://schemas.openxmlformats.org/officeDocument/2006/relationships/notesSlide" Target="/ppt/notesSlides/notesSlide7.xml" Id="R20c111870e064a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db5c8edcd45bf" /><Relationship Type="http://schemas.openxmlformats.org/officeDocument/2006/relationships/hyperlink" Target="https://code.claude.com/docs/en/workflows" TargetMode="External" Id="Rb6905b629eb84146" /><Relationship Type="http://schemas.openxmlformats.org/officeDocument/2006/relationships/hyperlink" Target="https://code.claude.com/docs/en/goal" TargetMode="External" Id="Rfaa96fc7b57d482e" /><Relationship Type="http://schemas.openxmlformats.org/officeDocument/2006/relationships/hyperlink" Target="https://docs.qoder.com/user-guide/quest/spec-driven" TargetMode="External" Id="R43b36665b683490b" /><Relationship Type="http://schemas.openxmlformats.org/officeDocument/2006/relationships/hyperlink" Target="https://docs.trae.ai/ide/solo-mode" TargetMode="External" Id="R7c70b319069e4ecf" /><Relationship Type="http://schemas.openxmlformats.org/officeDocument/2006/relationships/notesSlide" Target="/ppt/notesSlides/notesSlide8.xml" Id="Re53b37626bd94a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d7172e6144168" /><Relationship Type="http://schemas.openxmlformats.org/officeDocument/2006/relationships/hyperlink" Target="https://code.claude.com/docs/en/agent-teams" TargetMode="External" Id="R90d5d8a7b3b3445c" /><Relationship Type="http://schemas.openxmlformats.org/officeDocument/2006/relationships/hyperlink" Target="https://code.claude.com/docs/en/workflows" TargetMode="External" Id="R676d801890f74aee" /><Relationship Type="http://schemas.openxmlformats.org/officeDocument/2006/relationships/hyperlink" Target="https://docs.qoder.com/user-guide/quest/overview" TargetMode="External" Id="R38558c43ab944f98" /><Relationship Type="http://schemas.openxmlformats.org/officeDocument/2006/relationships/hyperlink" Target="https://support.huaweicloud.com/usermanual-codeartssnap/codeartsagent_ug_0052.html" TargetMode="External" Id="Rb6118ae647ec4cb7" /><Relationship Type="http://schemas.openxmlformats.org/officeDocument/2006/relationships/notesSlide" Target="/ppt/notesSlides/notesSlide9.xml" Id="R1f0b22e0066e4c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f34afdce647d5" /><Relationship Type="http://schemas.openxmlformats.org/officeDocument/2006/relationships/image" Target="/ppt/media/image2.png" Id="R5bf9e6f72aa24bcf" /><Relationship Type="http://schemas.openxmlformats.org/officeDocument/2006/relationships/hyperlink" Target="https://docs.trae.ai/ide/figma-to-code" TargetMode="External" Id="R821fc3e5965840fd" /><Relationship Type="http://schemas.openxmlformats.org/officeDocument/2006/relationships/hyperlink" Target="https://help.figma.com/hc/en-us/categories/14559151746583-Dev-Mode" TargetMode="External" Id="R0dbafc8a8ec54547" /><Relationship Type="http://schemas.openxmlformats.org/officeDocument/2006/relationships/notesSlide" Target="/ppt/notesSlides/notesSlide10.xml" Id="R5599ee809f324a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8b9dae9fa4306" /><Relationship Type="http://schemas.openxmlformats.org/officeDocument/2006/relationships/hyperlink" Target="https://learn.chatgpt.com/docs/browser" TargetMode="External" Id="R6c8214d4f6d54abb" /><Relationship Type="http://schemas.openxmlformats.org/officeDocument/2006/relationships/hyperlink" Target="https://docs.trae.ai/ide/browser-and-preview" TargetMode="External" Id="Rb9d28e172f404f02" /><Relationship Type="http://schemas.openxmlformats.org/officeDocument/2006/relationships/hyperlink" Target="https://playwright.dev/docs/best-practices" TargetMode="External" Id="R977aecf736314044" /><Relationship Type="http://schemas.openxmlformats.org/officeDocument/2006/relationships/notesSlide" Target="/ppt/notesSlides/notesSlide11.xml" Id="R11b2de492d3142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c6d999c6b41d4" /><Relationship Type="http://schemas.openxmlformats.org/officeDocument/2006/relationships/hyperlink" Target="https://github.com/obra/superpowers" TargetMode="External" Id="Ra44a3a91e0444ede" /><Relationship Type="http://schemas.openxmlformats.org/officeDocument/2006/relationships/notesSlide" Target="/ppt/notesSlides/notesSlide12.xml" Id="R10abb7622a224ed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9ff0be294400a" /><Relationship Type="http://schemas.openxmlformats.org/officeDocument/2006/relationships/hyperlink" Target="https://github.com/Fission-AI/OpenSpec" TargetMode="External" Id="R1fe9f2fa25f949a5" /><Relationship Type="http://schemas.openxmlformats.org/officeDocument/2006/relationships/notesSlide" Target="/ppt/notesSlides/notesSlide13.xml" Id="Rd3376c6edc4647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42fa7677a456e" /><Relationship Type="http://schemas.openxmlformats.org/officeDocument/2006/relationships/hyperlink" Target="https://learn.chatgpt.com/docs/pricing" TargetMode="External" Id="R8a1adde981c2492c" /><Relationship Type="http://schemas.openxmlformats.org/officeDocument/2006/relationships/hyperlink" Target="https://platform.openai.com/docs/guides/prompt-caching" TargetMode="External" Id="R433edd5f86ab40d2" /><Relationship Type="http://schemas.openxmlformats.org/officeDocument/2006/relationships/hyperlink" Target="https://docs.qoder.com/user-guide/context-compression" TargetMode="External" Id="R02be9f478b4b423d" /><Relationship Type="http://schemas.openxmlformats.org/officeDocument/2006/relationships/hyperlink" Target="https://docs.anthropic.com/en/docs/build-with-claude/prompt-caching" TargetMode="External" Id="Rfa7f8374e7bd43f3" /><Relationship Type="http://schemas.openxmlformats.org/officeDocument/2006/relationships/notesSlide" Target="/ppt/notesSlides/notesSlide14.xml" Id="R62551fae313a49f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51dde8a874dc5" /><Relationship Type="http://schemas.openxmlformats.org/officeDocument/2006/relationships/image" Target="/ppt/media/image3.png" Id="R6a585f6ba55040ac" /><Relationship Type="http://schemas.openxmlformats.org/officeDocument/2006/relationships/hyperlink" Target="https://docs.bigmodel.cn/cn/coding-plan/learning-resources/how-coding-agent-works" TargetMode="External" Id="R73806b1a14fb4a73" /><Relationship Type="http://schemas.openxmlformats.org/officeDocument/2006/relationships/notesSlide" Target="/ppt/notesSlides/notesSlide15.xml" Id="R8da028b5d36144f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c1e94d43348aa" /><Relationship Type="http://schemas.openxmlformats.org/officeDocument/2006/relationships/hyperlink" Target="https://docs.bigmodel.cn/cn/coding-plan/learning-resources/common-workflow" TargetMode="External" Id="R42a2889d57df4b82" /><Relationship Type="http://schemas.openxmlformats.org/officeDocument/2006/relationships/notesSlide" Target="/ppt/notesSlides/notesSlide16.xml" Id="Ra2f1a9f5d42741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501aa2d95416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C2C6F-5BCA-445C-966E-10EBDDE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39EF10-14E3-405B-A0DA-F9DC2D08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81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AI 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DBA2E-8679-4D1F-818A-734BD416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工具能力赋能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20D93-2038-47A3-AA5F-E51F0CB3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EB1A3-FA31-4ED4-B72B-2037805F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能力框架 · 编程模式 · Agent工程实践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556CD-4320-4A4A-A482-22C32489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华为云码道 / Claude Code / Qoder / OpenAI Codex / Cursor / Trae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02817-C8F8-40AA-A369-52E6D917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部门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FA7384-F054-46F4-BF1E-A1E07C04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42797-E1ED-42D8-9A34-F748528D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EDD79-258E-409B-991B-38E8A969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BFA997-14C9-435E-BA8E-F953A3D3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37A322-7F99-47FE-8136-170C4DCB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201BBF-ACA7-4CE9-9476-5E9A95D8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3E955-1AD9-4B77-965C-C5220488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2026年7月23日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86DAB3-8278-4596-B19F-7073B827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A064E0-E63E-40BF-AEAE-33511256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安全级别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E2355-7FB5-4AE9-874E-E69DA88B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内部公开（可修改）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9CCE9E-4705-4CCF-B515-FA6C7CD4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AFA09-ECC4-40E1-A104-5987FE51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810250"/>
            <a:ext cx="1790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700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19859A-1809-48E0-98B2-6DE717E8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5962650"/>
            <a:ext cx="1485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品牌标识占位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9BF3D2-68E4-4922-A652-6CE36844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200775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AI Coding 工具能力赋能 · 华为企业解决方案风格版</a:t>
            </a:r>
          </a:p>
        </p:txBody>
      </p:sp>
    </p:spTree>
    <p:extLst>
      <p:ext uri="{BB962C8B-B14F-4D97-AF65-F5344CB8AC3E}">
        <p14:creationId xmlns:p14="http://schemas.microsoft.com/office/powerpoint/2010/main" val="9576420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BFC334-2A13-4D86-8EB1-E9A84D13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40389-F8A4-4122-8C3B-4071FC4A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  能力分类总览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3BA2D-2AC0-4545-8334-0F52966D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六类能力共同构成 AI Coding 的工程闭环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3F332-7112-4502-B7AE-8F43EF96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C28080-DCCF-4010-A81C-4A74667D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AD4EF-92DB-4802-9287-6D7F1205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0BCFA-4F9A-4EF4-80BD-387E3C5A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 · CodeWiki · 知识引擎 · 规则/记忆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2B885-BFBD-4EC2-A01D-E8895513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读懂仓库、业务和团队约束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6BC7B3-0CCE-46AE-8CBA-44B2E3E9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5A2A88-F411-4E60-8DD5-B3369A03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5E2E49-44F7-4823-9021-2782E6AE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任务与编程模式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540B4-D64E-4540-BAA5-FE8D1822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Workflow · Goal · SDD · Solo · 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2408E-8293-4888-ACC1-CD09ADD9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把需求变成可跟踪执行过程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657096-623C-4F9E-B561-FB5D4F1E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FE919A-2D37-41E6-B3E2-DA6D2D4F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33380E-60A5-4CCC-8645-087B953E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工具与交互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CCB94-4D88-4B08-B4DC-3D620DF7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CLI · MCP · Hooks · Browser · Figma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F60FC-45B1-4D31-8283-A4608452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连接终端、浏览器和外部系统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7953E3-337D-486F-A1EC-C990DC81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891B10-F372-4522-B0F4-7AAC7AB5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2BA53-B61D-4EE7-82AD-AFB40C83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Agent协作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6E3EAC-E34E-4F17-866A-C0B167BE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 Agent · Agent Team · Worktree · Cloud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B5831-E447-4C97-B9BD-23CF0A09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并行分工并隔离上下文与代码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AC14C7-05BC-4502-8448-8951AFD0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DA9B6F-1764-4D5E-A58A-F2A5CCE9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A4D055-D236-4A7E-B791-1F3EA040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质量与治理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4D0DB5-52AA-4BFD-AB56-5C50C18F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Review · Security · Sandbox · 审计/配置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1D66AC-E4DA-4F73-8405-6CA2B859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让结果可验证、风险可追踪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1B7E10-4B79-4678-9E13-92A83742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0F7261-F2C5-4FB4-8A45-0EFDF119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17DDBF-C44D-4665-80FE-3324CC7D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体验与交付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06D04C-4E69-43B4-AD9A-33F2075F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Artifacts · Canvas · LSP · Debug · Channels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E19839-83FE-423E-B3C1-BAEE180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缩短从想法到可运行成果的路径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C39132-B259-4991-8131-809F5A95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57825"/>
            <a:ext cx="1080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判断标准：上下文可靠 → 过程可控 → 结果可审 → 风险可追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283BE3-6C21-4A35-A373-0084B289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19DBF9-A7D6-4DAA-BE3F-2D56C556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92fa86b0c774e5a"/>
              </a:rPr>
              <a:t>码道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bd2f34b2ffb44a2"/>
              </a:rPr>
              <a:t> · Claude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5b26aafcbae41d9"/>
              </a:rPr>
              <a:t> · Qoder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62d160e3a5b4d45"/>
              </a:rPr>
              <a:t> · Codex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F977CF-51AE-48DF-B333-3423CBAE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810579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C6CAB3-61DA-461C-ADD2-2D248E38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E0E62-A2C8-4BF0-B60F-09285F0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  套餐差异总览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611E7-C796-4080-9CF2-2B58AF7C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套餐升级的本质：从个人用量走向团队资产与企业治理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E6FF4-D292-49C1-B0E8-084B2E4E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0A9F4-ADE7-4E2C-B19C-6EF6870B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14494-7A50-43DE-A12C-704BBA21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352550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0A9770-1F2A-4C21-9C62-FBEB07C6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409700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AC903-02B2-4203-9E5D-47D525FA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52550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3B73A-68E3-4C21-86AD-A379DAF4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409700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 / 企业主线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D2BD1-392B-432A-898A-A5D3014C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352550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BB0A7-4CAE-4C9E-99CF-4B2BF96F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409700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升级后获得的关键能力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64356-3BF1-4F42-9BB4-AFCA3615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363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13530-D3FB-4B15-902A-8543B4EB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078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B5F26-4CCC-4223-AE9F-AB08B185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90363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B60D73-A110-4C1A-915E-D002FE12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96078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体验版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87B219-56A7-409E-A730-C7202873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363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AA237C-7BA2-49FE-B3C6-7AA40945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078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基础版 / 专业版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3A4CB3-CB8F-4321-8289-804693B9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90363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0794BE-846F-4FB1-90CF-905DA36B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6078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Token、Codebase容量；专业版增加SSO、日志、模型与用量管理、IP白名单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DE978D-FC28-4EC4-84F5-65C578DC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472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EF7A42-D342-4C14-A44F-0BEBCDD3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187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122770-1A8B-402A-9B51-452EE727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5472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7BFA7-5430-49F4-B800-8FD0B1DB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1187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Max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DF524A-A234-4D85-957B-B96289DA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472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5DA3E0-801A-46AF-9EFA-703B052C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1187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 Standard / Premium / Enterprise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A25CC5-DE6A-4337-B21E-7B8276EE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5472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E1C73D-E9DF-47F1-A170-21CE188D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1187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成员管理、RBAC、SSO、连接器、Spend Controls与更高用量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29F5CB-9C14-4C70-8C6E-C83F93AA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5818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C75920-A8A7-4C06-A222-B43558CE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2968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2261B7-D252-4D55-9850-0BDD3432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05818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B4ED9F-C9E4-47B7-85D9-F663FBC3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62968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Pro+ / Ultra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48AC46-B783-4A49-9DF6-594587EC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05818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FE07DF-B06F-4851-BA0B-AB1882C0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62968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BA31A9-D284-4747-BAE3-BFA374A1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05818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8305A6-055D-430C-B49D-9D47CB83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62968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每席Credits或共享池；集中分发、模型路由、内容安全、审计与OpenAPI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D9017E-8D95-4F3A-8ABF-35CFCA29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6907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EF7F50-AACC-4356-8736-3D6616CA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4057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AA9D64-88F1-44A4-A330-852A136F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556907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42D30F-7972-4FE2-92B2-2A623983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614057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Go / Plus / Pro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CDE732-F0B4-42F3-89DB-B9BB0EE0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6907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25851A-C8D9-467B-84AA-82420CAD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14057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Business / Enterprise / Edu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0CA9AF-1F05-40B3-B62E-133DDD6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56907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628A12-2112-48BF-A573-C321CFB8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14057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安全工作区、更大VM、SAML；再升级到SCIM、EKM、审计与数据驻留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3AAA1A8-D913-4E0F-A447-73D960DF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799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98B0AFB-2C1E-4EC0-948D-C32796B2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514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71E2F71-02D2-4D03-A963-A1348BF0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0799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9AC5E3-A034-4870-B96B-22C0D2AA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6514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Hobby / Pro / Pro+ / Ultra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19D69E-BF7B-4773-B711-19FDCDFF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0799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64C923-9B24-418E-92ED-29CCCBB2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6514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AFA2B7-6DF1-48F3-8953-B7529FCE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0799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F08E767-969C-4198-841C-A312C20F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514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共享上下文、内部Marketplace、Bugbot；企业级访问控制、审计与Pooled Usage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28297F8-5EDC-4C7C-B99E-11CF3653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908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A8D5E20-A360-4BD8-8678-1EAB16AF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623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471FFB7-1CAC-4F46-A2FB-D7C29583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5908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334CA2-30A8-457D-9AE6-01C96197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1623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Lite / Pro / Pro+ / Ultra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79D833F-CE5F-4EB5-8C2A-90B73D19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5908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92AFBB7-6833-4CD8-B8A6-79E90126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623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企业方案需询价确认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358311C-344A-4248-9C5C-1BB8F60F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65908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ABDFFE3-3DE6-475D-843F-380F4B06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71623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个人档主要按Basic Usage与Solo并发分层；企业治理细节需单独核验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875A303-36E8-44DB-8C5F-F5B4970C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110680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D29CCD6-E7C9-4220-A657-975FD4CD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选型顺序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5710D32-9026-4A12-87D0-AA356469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0225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先看数据边界和治理要求，再看团队资产复用，最后按重度用户比例配置高额度席位。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C85BDBD-07DF-4ACA-B7E6-B67FC07F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C20497A-F4C4-4888-9F9D-F79087A2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8255e682988412a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820047ffd7a4e37"/>
              </a:rPr>
              <a:t> · Claude Plans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18b3089eb924c92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743631a825149d0"/>
              </a:rPr>
              <a:t> · Codex Pricing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B9935F9-3F1F-47B6-A423-D5E6F594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848691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8FE86AF-67A3-4FCF-8A0D-0FC9885F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82A62-27FD-492E-AF6F-AA0ED4E9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  计费对比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C0ECE-07B9-4928-8A9A-AD20FF4A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Tokens、Credits与Usage Limits不可直接等值横比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5C79A-26A9-4AFB-9F93-8E1AE979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6B8F2-03E9-4148-865A-ACD3877D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920F63-EF96-4104-B46B-CEA187E0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6CE308-59CD-4D74-A779-ED5D9A83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公开Token包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64E03-BA7D-4751-90B5-FAA0E342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¥0 / ¥39 / ¥139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3A32C-E197-45CF-97BA-E63AAC9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500万 / 2000万 / 6000万 Tokens/月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AB1A5-7388-44F9-AFF1-4BEBA048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5266F5-5FE2-4CDC-A8F1-C1CFA625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5CB71-9F7D-49E9-8692-08BBC37A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067F3-1B9B-4698-819A-9D03DAFD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051A5-A2C4-49DE-9E4C-A247E6D3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$100 / $200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3040E9-EBAC-4B5F-801C-9A0B56EA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Pro；Max约5x / 20x会话容量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49CB22-CAE2-4B53-B886-85CD8984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407FC2-9B5E-4DC1-A516-065B77E7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3AEB76-2038-49E2-A81A-8ABBAB2F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BC1053-7BFD-4627-B19A-729631EE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Credits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3690AD-D1AD-4CCC-800B-B9105C99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$60 / $200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77E7BF-0E01-4193-9201-D881B4C5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2,000 / 6,000 / 20,000 Credits/月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926446-F027-4E6D-A5E9-869F5D5D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57BB19-F731-494B-ACC8-C1B1BFA0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FE5AAF-71BA-488E-9AB8-E276639F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4504CE-63B9-4374-9154-62901275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订阅+Credits/API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EB1152-1187-4C3A-BB45-402309F8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09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Plus $20；Business $20年付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4E81DD-4902-4BB5-8E96-9FDA8B55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订阅用量限制；API按输入/缓存/输出Token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BB422D-536B-40DE-9574-EB15FB10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40714B-A856-4788-9374-6CED2B20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D6BACF-72B4-484F-9C9A-C9233F2A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6DE245-D6CE-4BB0-8490-4E78BC13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含量+按量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92234A-ACD3-4D22-9DA4-7511DA20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$20个人；$40团队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64FC46-09AF-4B6E-8D69-4846A719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套餐含模型用量，超额可On-demand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A6A7A1-8EA8-4D7F-9564-464379BE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BD5E95-C4B7-4981-8579-29265791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31A283-8146-460C-9337-FB06857A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78E76E-84D6-4D2A-8D48-D53B7D2F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Basic Usage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83CC2C-6B89-4114-8E24-DCF6ECCE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活动与档位动态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6FF002-1F6F-4F59-84DA-AF4AA39D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按模型API价格折算Dollar Usage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5E800E-DA96-45AB-8D14-0351C2CA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11068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81B55D-BD3F-4C98-A501-C754678E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建议统一核算单位：每个可验收任务的完全成本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D663F7-5FAF-4457-B055-C9C76AC7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533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席位费 + 超额用量 + 云执行资源 + 人工复核时间 + 失败重试成本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67D94F-D7C3-4389-9CB6-BE059148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19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试点至少记录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F6D7EC-6F9B-4B72-87AA-2FDC7963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5816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成功任务数 · 平均Tokens/Credits · 重试率 · 人工复核分钟数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94A1E0D-003F-4FF6-AD2E-B123FB90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C413B3-1A9F-4966-B956-66056807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d4f095455fc42d3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6f6103477174c50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49b18c43e154190"/>
              </a:rPr>
              <a:t> · Cursor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022216b1d6f45b4"/>
              </a:rPr>
              <a:t> · Trae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9335FD-FDF2-4F3E-958A-5C50EB04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945576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13E364-3E3E-4B4C-BD42-D27C95E7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FBB2C-5861-4282-A330-499295E1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  知识引擎的实践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A58689-0261-4FC5-8CE3-5257F8B9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知识引擎让 Agent 从“每次重读”变成“持续积累与按需召回”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F9300-DF10-4C9A-86CA-1DD6293B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81012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4f7e4b88f5470b"/>
          <a:stretch xmlns:a="http://schemas.openxmlformats.org/drawingml/2006/main"/>
        </p:blipFill>
        <p:spPr>
          <a:xfrm xmlns:a="http://schemas.openxmlformats.org/drawingml/2006/main">
            <a:off x="619125" y="2069012"/>
            <a:ext cx="4676775" cy="13102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30AE3-E958-46A4-A227-30D1F7B4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7C96B-1E44-4817-9D0F-E46913CF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4001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6C2C0-04AB-4ED2-8F6C-3F7DE655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09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代码、文档、提交、任务与人工知识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AEEDA-5B5A-41B9-BE9B-0E46C81E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8764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97B286-8678-4492-8665-175CAE6C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2364B4-7ED4-4DDE-B543-5D81CDFE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结构化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A3564-7FA2-4205-944D-75DF4F35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764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解析符号/依赖/业务实体，生成可引用知识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BD069-DAED-4FB1-A5B9-4EB016BB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4D487-38E1-4CFE-9ABE-A0842670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B46A0C-FCCF-4A36-A0E3-C3F5662C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800F14-23C5-4303-A521-9F531DE4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关键词 + 向量 + 图关系，支持增量更新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EE09A-C709-4C2F-9CD4-BE7430D5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DC1B5-5585-4BD5-B0E1-41815ECC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2907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8D2333-C7C9-4453-8871-A727A3EF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838AD0-B868-4202-A782-0A1DA23A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0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按任务、文件、角色和权限选择上下文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48469F-DAAE-44CB-A418-9C0A9C49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A15656-D6EA-491D-9088-F0EC9806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958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75331C-404E-4EFF-850B-526C2C4A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67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D6711E-ABAF-42BC-B4C1-3D340000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768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把验证结果、修正与新知识写回资产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9B19AB-00EA-4B16-8936-707DB8A8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4810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48924F-9778-49DA-960C-71A2F9B9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实践闭环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8B2415-9F2A-428D-A94B-6F3036CE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990480-F2B6-4859-8AAF-615FA899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冷启动先生成Repo Wiki/知识卡，再由负责人校准关键领域。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B8C859-68DD-4347-ACDA-6843A16A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1BFD06-8B9A-46DD-A376-BBCFE751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673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任务只召回相关片段，输出必须保留文件、符号和版本依据。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8113F1-4CAD-48FD-8F15-2D44E4EE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11E594-71A8-4AFC-88EF-6D2BDFBF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911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用命中率、过期率、采纳率和任务成功率评估，而非只看索引规模。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5B7FE3-E4D7-449C-B3E2-58F7A9DE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98A6F2-070E-4313-A144-B5FCB75E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335f04372784c17"/>
              </a:rPr>
              <a:t>Qoder Knowledge Engine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ad82ff8f6064f26"/>
              </a:rPr>
              <a:t> · Qoder 技术博客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550f65cdef64d37"/>
              </a:rPr>
              <a:t> · 码道 Codebase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CBF294-383C-4587-AAD2-FB8C75FD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421090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CDED244-D804-438F-B2AB-F991607D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02138-1712-4B41-8E76-3D00B165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  存量项目重写的实践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00837-4F5B-4492-9958-82699825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存量项目重写应先建立认知与验证基线，再并行迁移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03C8F1-592E-48C0-A503-D6565FEA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4762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1279524f24022"/>
          <a:stretch xmlns:a="http://schemas.openxmlformats.org/drawingml/2006/main"/>
        </p:blipFill>
        <p:spPr>
          <a:xfrm xmlns:a="http://schemas.openxmlformats.org/drawingml/2006/main">
            <a:off x="619125" y="1398709"/>
            <a:ext cx="4629150" cy="211748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13073C-A442-453B-A2A1-481DDB8F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B0D49-285E-48FF-B3A4-7CEDE3C7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85FE5-3A5B-48EB-B245-14AF1925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9A39F-23F6-418D-B0BA-01088199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锁定现有行为、接口、性能和测试覆盖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B1A1F-BEF1-4EF9-9E9A-1C1317B2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949A9F-F2D1-4967-B6F1-85C969BD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188F7-746B-4897-8134-D8A96E30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93622E-4254-4404-815C-8B87BAFA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D391F-FC85-4486-A7EE-15262299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Understand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BB8D6-1FE0-464D-9169-ADDBA3C9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Codebase/图谱识别模块、依赖、热点和隐式约束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0E281B-052A-4F35-9AC8-D84CC20C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447BFE-1D37-4F18-AEC8-5812FBC2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F904EA-C2F1-4251-B42C-7763CCF1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F6E617-0C5A-4626-A756-D3C69D54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55E9C6-4129-472D-A0F8-F5087D2B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C275CE-C883-4B9C-AC62-42B4454B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按领域边界拆分迁移批次，定义验收与回滚点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BCC90C-96A2-4273-BEDE-88CBDDA4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8D6D9C-A282-42EC-B5ED-D6C7E507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634255-533D-4E6B-AD9D-F8E08559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AE651-D39C-4BD6-B2C8-586830A3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319CAF-20FD-4CD7-B613-8078EB1A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Parallel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42598F-001B-48C3-8108-D9BEE969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多Agent分模块实施，Worktree隔离文件冲突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E82D9B-F67F-493F-A04C-0557AC22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60A9E9-0C07-4382-A189-23DB5856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B8EADF-35CA-4681-9744-365B4071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27B473-AB57-47B9-A8E1-55B137B4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F0E3C9-E59B-4E2B-9A04-AA63DB8F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23B637-1384-477A-BDD6-0B9EB889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双跑、契约/回归/性能/安全测试和人工审查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5A72E3-C35C-45D7-BA40-86F7E5DF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D24A84-7D20-4706-BBF8-BCA09704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8269F7-E597-4716-9485-B10CEE41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BD267F-EA2F-4AB1-9F46-9EAA7283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3DBFF0-6914-41E6-B10A-BFED3DE5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Cutover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2949FE-8B45-42AC-8CCE-9CAB1715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小流量切换、指标观察、问题回写知识资产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CAA05B-81EA-4A60-9CDB-0E506402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3975"/>
            <a:ext cx="590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5860FF-B17A-4F34-91C2-C504ED50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52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必须设置的四道闸门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003C0D-B773-4CAF-B212-347CC953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8120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0702EA-4B71-4824-8145-DB73E06A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闸门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0E827D-8701-4A6E-8C0A-81DAA0AD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3E4D57-B661-42DB-BE0A-2391456D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D4D140-8FC8-4014-A96F-17B0C3BB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8120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E8B73C2-1111-41BD-BAAD-4843CFA5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03835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失败动作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C4F03E-CC4F-463C-8EF1-BA0BAEF8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5171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C9823D-0C82-4E8C-AA2D-9B8685F4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886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行为一致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F50DDB-CA1D-41A8-ABC7-4C3857F5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171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BCF97FF-E3E0-48AE-9246-A917F143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886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契约/黄金样本通过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50B4D1-9BC0-4D02-94ED-0F3D1C37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5171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C8FFBC-A0A1-4260-A6DF-44FB5428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30886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回到模块级修复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22186DE-FE19-4170-9FD8-F24E4A94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2222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4D309FE-4E34-4B73-9AA0-6AD06508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937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3E4C45-188A-4568-B3FE-30F99313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2222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7ADF7F7-0BC4-4DE1-B97C-2DF7EFD3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7937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回归、性能、静态扫描达标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97AE74A-1500-4784-B892-B6B5F17C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2222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316BA5C-F091-4DE3-86DB-17C179D5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57937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阻断合并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8642336-6977-442D-B2EB-1536D59E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9273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34D7B45-9448-4034-80A4-D00D42E9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4988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可回滚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3C0E709-20CB-42E4-8AEB-117E066A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9273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6B7A944-4AE4-49AA-9E5D-873E01CE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4988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旧版本与数据路径可恢复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0B762B9-0340-4CD8-AFEF-82AA6E43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9273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2772870-82EC-4342-BEC6-AD331362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84988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禁止切流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02A3119-F53A-4852-A36D-3FFA15BD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324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5BE3B15-29CD-464A-8E4D-1E29D5D0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039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59CE00-858D-4BD9-87D2-18D1CE98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6324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D1544B3-FA2C-456E-854D-7A31488B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039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指标、日志、告警完整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BDFF1D9-31A3-4AAF-8AA9-7C24D128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6324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EE4083A-691B-4615-9CE6-D56E04F4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12039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延长双跑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99B0D1-41A5-4BE5-8990-FFE25CF0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106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关键原则：Agent提升并行度，人负责边界、验收和切换决策。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3D0F1CD-DDF2-4BBF-BFF7-2E7E002A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DC8C96C-875D-4E52-94AC-12F9D52C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e12e184f5c8420a"/>
              </a:rPr>
              <a:t>Qoder 存量重写案例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0bdd7e848cf4954"/>
              </a:rPr>
              <a:t> · Quest Worktree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8B802AD-6822-4967-A775-AD4E03AA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354706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59DE8C5-55AD-4438-AB93-5182D742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B3E14-B7DD-484A-9930-5E3B7CF1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  Codebase及CodeWiki技术深入分析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D2FCFA-9B84-4108-AA7E-8BAD4B19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Codebase解决“找得到”，CodeWiki解决“看得懂”，图谱解决“串得起”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B1A9E-2BCB-47CF-86AF-3DDAE0D5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1F2B4-C594-4845-87E5-E1683870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源数据层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E7325-2820-4D8F-BDAD-33F6AE37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 / 文档 / 提交 / Issue / 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43E159-983B-4AF2-AB02-52320A6B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B337E3-5142-40A9-A17A-E62BCB8C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A67C1-90FB-485E-B775-D04B6A61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426D3-709B-4F38-B409-411F1513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9AF4E-590F-42C1-8CE5-82ADA2F7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Tree-sitter / AST / LSP / 符号表 / 依赖解析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7FEB1-06D5-4BF5-9D6E-108C6F10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5BE87-43C7-4F80-B594-6312BCF1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215B4-65C8-4E88-83FB-26A87D09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35C37-A746-4EA5-82E7-E3AAD318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索引层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6EA87C-0345-4FD7-9307-2176C20D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倒排索引 + 向量索引 + 图数据库 + 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23F14-A608-4DFA-847A-603752A8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F42C68-AACF-4AF5-8F08-0D3BC964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580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FF39C0-64D9-43AB-B970-955F4077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15856-B0EB-48ED-8B52-2D02BE28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BD9FC1-8FE8-4C6C-82E8-660E2A81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模块摘要 / API说明 / Repo Wiki / 知识卡片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AE17C5-7F1A-491F-BB22-0957EA9D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3AF100-D334-4DFB-91AF-4E38B040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678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6D2F78-3994-4651-8CEA-9B004EEA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A29543-AD3B-4FA2-A7A9-FA10C2AB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25239F-A9C7-48D6-83D8-B6A23288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意图理解 → 混合检索 → 重排 → 上下文装配 → 引用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BC860A-9EDB-48F2-90EE-03E3E380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技术能力对比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F41D97-4EE7-4EA6-A0C9-7A43584C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8453D5-95EA-4C57-8290-EC8F3780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4B487E-4DA1-4B81-8237-BC57EEDC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39268E-8E09-48F7-8C6B-499D611C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2D6B5D-19BC-490C-B4D4-341B56BA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718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39930E-E4AF-4F8A-B924-85B559C3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4290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D1A17F-DB95-4A5F-876F-9334BE84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0212E4-44AC-4179-BD06-1F89C5269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2601E0-5E61-423F-ADE4-AB909292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718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3C3B0E-BCF7-417F-B24F-3C446CB1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896AAD-81AF-4DE2-98A8-709DE07F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27D969-CED0-4232-AB0A-E5A98A62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Codebase Index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BBF68F-0124-42E6-8AD9-5AA814F2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61E4D4-E224-49D7-AFED-FB7FD966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相关文件/符号/片段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99E724-D16B-4F91-BF62-90BC48EE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719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BF2274-99C1-46A9-9089-588DC74C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290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实时任务召回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F1DBF2-594D-4F98-B7FE-B72966D0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7C669D-A27A-4F69-AA96-FCA91CBD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噪声、遗漏、权限越界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26ACBA-802C-4EC3-A026-38DD9C29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719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C20C41-01B1-454B-902A-A9953DD2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8290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Recall@K、MRR、时效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5A526A-F18D-4150-A35E-A40EB2EF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9DA3F0-E1FF-4539-B844-42C6AF1A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CodeWiki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FC27811-958B-4D83-9F1C-17AAF9B4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8DF1026-D039-4262-87BD-D563B6B6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架构/模块/API解释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DB8FFB-4454-417B-B7FF-80F76696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719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ED10B01-E07C-4CC7-B0C6-71B143FC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229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新人和存量项目理解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BAA015-F37C-460C-BF5A-428AFF93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E6BDF08-5474-4A44-9953-B4E3D94E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摘要过期、事实失真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04283C7-207A-4625-A57E-5338BAD9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BA56322-4A71-4B0D-BD8A-8081B69D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2291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覆盖率、引用率、过期率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EB779BF-A262-4893-9191-FEC2D780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66DB157-BB4D-4271-8FC1-E1D6543D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Knowledge Graph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CC44705-B24B-44B0-93A5-9CCD7848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0D22A54-8AE4-45CA-AD35-6BC9C6F5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实体、依赖与调用关系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F8C0691-0A88-4631-AD84-3D575045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72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7AC8367-BB52-46E7-938C-DEC81FCE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6291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跨模块影响分析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409FAA-2E55-4361-B2F2-FBDD6BF6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1AA22B2-5BF2-4C99-A59B-9FC04861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关系抽取成本高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7CABB4F-67A4-4EA4-813D-C2C8B5B4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5720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47E0244-60C6-46FD-93E5-58725CA2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291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边准确率、路径命中率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775D0E1-000D-41C2-B7FF-36B1275B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EE458C-AF64-44D4-8E5B-FE4A63EB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Knowledge Card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D83B506-25BB-4854-A96C-FD7013BE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F098BEB-8F1B-4486-A94D-8403F500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可审阅的经验单元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AC70542-BFD0-47C6-B233-9BEC9C15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720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F7D12A7-3866-4937-A18B-26918822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0292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人工治理与复用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86AC3B4-8635-41A0-B37A-18824AFD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9F13EC4-2585-4736-9C35-8FCF2F42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维护负担、重复知识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6A7ACAD-CF3D-4757-9212-428C4A39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9720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8E1BAE4-39F6-490E-AB21-34A33F42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0292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采纳率、修正率、复用率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B22BB80-053E-485E-895F-23A904AB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工程结论：索引必须增量更新；生成内容必须带源码引用；权限过滤必须发生在检索前。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1E854E-D1F3-441A-9368-EE7D8909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30AF0AD-AED8-4E9D-8BC1-8986C6C1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afc837bf5624e18"/>
              </a:rPr>
              <a:t>码道 Codebase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68437bc697a4343"/>
              </a:rPr>
              <a:t> · Qoder Indexing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afe1e3cde274ff8"/>
              </a:rPr>
              <a:t> · Qoder Repo Wiki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8557f3646f84c86"/>
              </a:rPr>
              <a:t> · QMind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745D25F-D29A-4F2F-8891-D287913A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206190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0669B82-43C8-4202-8A7A-A698C5EB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63BF5-C63E-4DB5-825D-34ADEFBB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  Workflow、Goal、SDD、Solo、Quest深入对比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AF81F-DE26-449C-B89A-07CF5C27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五种模式分别解决流程复用、目标收敛、规范约束和自主执行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DD239-E4A5-4424-964A-8ACDFDC2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430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1AD8E-F385-4CA3-885E-D3759B07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01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9CF131-2E0D-4809-8655-5643AE94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3430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9D693-07E3-4781-A7A3-4D4F398D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001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谁持有计划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79C90B-0DB4-404B-9EA6-BAC4A74A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3430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C5673-72E7-4DA6-BA06-7414102F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4001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2B94A5-BC29-4D7C-A99A-8D288016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3430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563FAC-24F8-4DAB-A441-42611D0C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4001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主要产物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7ACDB9-3804-4111-88A9-93EC2651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3430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AF9685-D0FB-4D6D-AEAC-EF754FDB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4001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人工闸门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8E32BD-84D3-4781-AB32-D73BD66B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430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04A961-D1EF-4BC1-89BF-9D8973BB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4001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最适用任务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2A6BE6-C108-464A-9547-E929F94A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42E48D-3FD5-4C67-AABE-93364ABB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6D2598-1E41-4657-921F-05A81114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669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3206F-1837-4DF0-A4AB-093537ED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240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脚本/运行时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DF750-7A1C-4078-9A60-E7463696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8669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9A4E0A-BAD2-476A-BBE0-538E1C74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240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阶段、分支、Agent编排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CEA38-A86A-4BBD-A8C6-31EC0183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8669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B8726C-AF10-41C7-B985-BF49A032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9240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可复用JS流程与汇总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252B46-1E8A-42AB-8EF3-CA684684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8669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3F8A84-D2B0-4E68-9720-31AA05EF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240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运行前审脚本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822323-9761-410E-B464-ABBC28D4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8669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475C25-27FB-4C19-8851-24168915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大规模审计、迁移、研究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9FFF96-09A0-4402-9E64-26E5E930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D51EAF-480B-475C-928B-134809F1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EB0662-8636-43BE-9536-CCA8E020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F17C66-D36A-4F77-B428-11EA3470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4792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当前会话+评估器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AF39F8-70AD-41BB-97BD-61F2D115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9077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D03269-26A7-4912-B41A-14DD0F9D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4792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可验证完成条件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3266E8-B68A-484A-B30F-EF205DA3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39077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F5BEA9-E841-4A19-9AE9-97144D99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4792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连续多轮执行与状态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05EAE7-D121-41CC-ACC5-64269664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3907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92AD58-76DC-4BF9-ACF4-E474E29B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4792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可随时清除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13C6B0-0655-4C84-B7AB-DFF14D6E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39077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DF6806-9C8E-42E0-A986-98396F8B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测试全绿、队列清空、迁移完成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135B84-F7FF-43BF-AABD-06CDD93C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A05C0A-687D-478C-BCCE-12FFA9A5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SDD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8B564D-F075-4726-93FD-D68C5F37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146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F4677B-57DC-429E-BEEE-3CB69256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Spec文档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D40288-143C-42FD-9537-9BF99E25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9146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9A2B3E-B15C-42ED-A720-728B8DD0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9718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需求、设计、任务、验收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206614D-EB06-4767-9F40-2D3399DA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91465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F737F7F-C721-4A2D-A683-092DD914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97180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可审查规格与实现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B2797AA-C22C-4833-B6B1-C8039321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146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EE6589-961A-4F3A-96A6-8843680F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718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Spec批准后执行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C0E7E6F-0BD0-4BBD-A0BE-55B35D1F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1465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F63215-2575-4260-8EF3-BA06F9E5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7180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跨文件功能、变更可追溯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37F4C04-C7CC-4262-B948-021D2FB5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594AFE-E01A-464F-A5AF-CE68001A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Solo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88B3AD-35FE-481F-A9F1-BC4FF57B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385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EE4254B-DF6D-46DE-88C7-D26EB72D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产品内置自主Agent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FDD0B15-FAE2-4025-A123-E558F38F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4385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A1F1255-3B6B-421A-86AB-2C83FF8A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4956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自然语言目标+项目上下文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248CA85-78D2-42FD-9CC1-8D52A9AC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385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A153B88-C4B3-4E18-A975-C607053C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956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端到端应用与预览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5D1C4C-0DE5-4348-943F-DF60E123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4385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5D4C5F8-F9D2-4B09-B51E-FB5D2FF4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956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关键动作确认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D0356A5-010E-4BB7-A25A-78F04199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4385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A1E862E-9A9A-4ADE-90D5-023E6B77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4956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快速原型、前后端一体任务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EBF7EFD-410B-42BD-A19A-76A0332C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4ABAA2C-A0B1-4E82-A453-25C85D02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Quest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2D94EE7-E11E-4A25-BD56-2ABE4520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624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638D7DE-DC8D-49F8-AFCF-D2CC000F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195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任务工作台/Agent团队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5C2C7CE-ADDE-4E2A-B258-72D338E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9624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2C4587D-9144-4E16-962B-6DD16EB3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195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目标或Spec场景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653803E-A55B-4936-AA21-F8F616F9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624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D91A431-6230-49F9-B762-FD2491EC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0195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任务、Artifacts、代码与评审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69F02CA-F53B-4A24-95C4-0D929998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9624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F429EF2-EEB4-4043-8F2B-94BA9862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95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Accept/Reject/PR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81BF797-4728-4864-A61E-C43F1B07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624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BB76327-00EB-49FD-BB29-92A4E34F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0195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长任务、多项目与多Agent协作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254D22A-CDE6-49D7-BDB4-F90609ED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1B40F80-FAEB-4B6A-A0C2-24D1DBA1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要重复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A70B1A1-01E9-4005-8116-F72B481D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Workflow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865168-BA49-4BC4-9FBF-875BFC90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同一流程会重复运行，编排本身需要版本化。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35504AE-008A-4C96-922C-388972BA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1DACE91-8A7C-4962-B5F6-2CC50257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要完成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AE79980-1319-49B4-9438-609AACF9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Goal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C50C62E-61DC-4F3E-B154-BA67D163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终态可测量，但路径允许动态调整。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888C79A-9D5C-483B-839C-4D17E620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01C3F2D-31FD-4DD2-BDC9-8E70EA2F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要对齐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CB5E48F-E83E-49AE-8E54-8BC5EDEC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SDD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F2BCF9C-0C1A-4934-9426-F8A889AA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多人/多模块开发前必须冻结需求与验收。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DED3FFF-29B5-4BAD-A04F-9399C5E6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529925E-0758-492A-A50D-C1D1C32B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要自主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ABE6F3D-0C75-4E41-81CA-3B7BD8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Solo / Quest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8B31F90-66FE-464D-99EC-89C437E6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把较完整任务交给Agent，并保留关键审批点。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84FEDC7-2E25-4DB6-AA13-33058297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8EB20FA-ED02-4DFE-85FF-B650287B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6905b629eb84146"/>
              </a:rPr>
              <a:t>Claude Workflow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aa96fc7b57d482e"/>
              </a:rPr>
              <a:t> · Claude Goal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3b36665b683490b"/>
              </a:rPr>
              <a:t> · Qoder SDD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c70b319069e4ecf"/>
              </a:rPr>
              <a:t> · Trae SOLO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C428C16-9889-4D13-AB72-DC821D93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962348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7CE2C8-8125-486F-B0EC-A1FA18B3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05BBD0-609E-4B70-BD05-BE149343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  多Agent协作技术深入分析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6AA4D-E77E-44FC-89A1-4562912A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多Agent协作的核心不是数量，而是角色、隔离、依赖和汇总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41B50-0FE5-4D38-A72F-6BD616D9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90650"/>
            <a:ext cx="3086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397EA-0AED-42E0-A7AE-F0A59D38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430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Lead / Supervisor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B4122-7E49-4559-81A1-1E8F56D2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573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拆任务 · 管依赖 · 分配预算 · 汇总决策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95016-4935-4CF9-8FCC-9A17AB5D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6A77F-19B8-40B4-80B1-9098CE8D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C3FE8-145F-4C5E-9DC7-B86FF805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探索Agent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B703B8-EF5B-4F72-A341-33BA8C2B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代码结构 / 影响面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926E7-D9FB-4F2C-8B32-12C2C267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9A8C19-3501-467E-B7DF-F7FA1A11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实现Agent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64A37-1382-41EF-9935-47DA3533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模块开发 / 测试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72086-EA43-4956-8A86-A7987C38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267482-F17A-4065-9625-4E41F1E4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审查Agent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6ECC5C-45BF-4366-825D-857C7EF8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规范 / 质量 / 安全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C73495-A73B-4B2A-9DF9-192547AB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20ADB0-9ACA-4B81-B8BC-933F9E75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F7F8C5-F4F6-42F4-A430-7217DAD2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构建 / UI / 回归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3F04C-8456-4448-8C87-B70DCEB1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四个工程控制点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AB3A0-C45C-4A41-B750-5FC270DC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C873F7-2A78-4ED3-9051-05EF0287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4997A4-9A70-4438-BDC3-4008FFE8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上下文隔离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7D5B2E-A36A-4AFE-8B9C-BF486090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每个Agent只拿任务所需上下文，降低串扰与Token。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2E58FF-C359-4D25-89E3-802E273B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F6A4E7-B803-4678-9A5A-7E6469A0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0E68CA-1FEB-4548-9FB5-17110485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代码隔离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CFAF0-17D7-4B1B-8D58-9A15EF30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Worktree/VM/容器分支，明确文件所有权，避免覆盖。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3E6E78-CB70-432A-80A2-C77C1051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AB3327-6EBB-4288-8C73-D2670099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5FC2AC-E15C-49AA-9799-E0F13482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依赖调度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3012FF-2190-4EC0-BE06-5A16892E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任务DAG、状态机、重试与超时，禁止无边界并发。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032158-719F-4174-BB17-56CC7234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8091BB-F92C-497F-9944-079C9D58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1C3285-3B14-43C6-82E7-B45834CF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质量汇总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6D0C84-8AC6-4F1E-B104-8E90AEE3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独立审查、证据合并、冲突裁决，Lead不盲信摘要。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B86972-D531-4B53-8F56-80320FB0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104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2D881F-74ED-4B83-AD70-4B035967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706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适用：任务可分解且结果可独立验证；不适用：多人同时改同一核心文件、需求仍高度不确定。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34182D-644E-485E-8835-DCDCC5E3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95E1EB-25BE-4486-96DF-DE146BFF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0d5d8a7b3b3445c"/>
              </a:rPr>
              <a:t>Claude Agent Teams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76d801890f74aee"/>
              </a:rPr>
              <a:t> · Claude Workflows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8558c43ab944f98"/>
              </a:rPr>
              <a:t> · Qoder Quest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6118ae647ec4cb7"/>
              </a:rPr>
              <a:t> · 码道 AgentTeam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7B9651-8033-4DB5-9E5C-77DB1AF5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872753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63BE81-BDA3-483D-80A4-CDEE49EC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B7686-485A-4480-B91B-FF27E88A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09  最佳实践：Figma插件对接原型验证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0913D-8619-4A6E-A6B8-A65033A9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Figma对接不是截图转代码，而是设计约束到视觉回归的闭环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27194-FDCA-4CBB-9A9B-EF21E176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4457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9e6f72aa24bcf"/>
          <a:stretch xmlns:a="http://schemas.openxmlformats.org/drawingml/2006/main"/>
        </p:blipFill>
        <p:spPr>
          <a:xfrm xmlns:a="http://schemas.openxmlformats.org/drawingml/2006/main">
            <a:off x="1015276" y="1400175"/>
            <a:ext cx="3532048" cy="2743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DACBB-AC3C-4BE2-83BC-7A20371B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F7617-A506-418D-B1F2-3747D661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0FBCE-6340-4930-B180-F81545C8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选定Frame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3F649-CB54-46EA-B775-C18D3639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明确页面、状态与响应式范围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440F89-EFA2-4531-9841-B18B9E4F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A82F1-3F6C-4388-95B9-6AA38785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7B31B-FA7A-4440-972C-1CD27632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读取语义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24D258-A032-46E9-9C28-6ED39AD5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组件、变量、Auto Layout、间距、字体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E4906-0ACC-49C2-9FDB-9AED8810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72CD7-181C-42A7-9059-B556962AD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489580-63E1-4289-B6C0-7E1044BE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映射工程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B2C64D-19B0-47B2-8D16-BE3398A8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复用现有Design System与组件，不复制像素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015AC3-E5AA-447C-A61E-93895FE4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22CE49-E89F-40F8-A055-7C1C0536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5195D-3583-42BB-A90B-63BFD160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生成实现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03F8C5-01D3-4056-84DE-30EC0587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页面结构、样式、交互、数据Mock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ED0121-3301-400C-9D6D-5EF7608C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A0C51E-D972-4D00-8E42-BC322A14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E3F093-F462-43BD-A78E-12B5C5F1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运行预览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6B808E-1A04-49B0-8D65-54D6DBFA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桌面/移动视口，检查控制台与网络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C9917D-EAF4-432F-8B7C-8BF6D540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40881A-79D7-4348-BCEA-CB6596FB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E64B25-3F9B-4ACF-958A-61B41150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视觉回归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EFA444-3A37-4B9C-B91F-0F90E40E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截图Diff→定位差异→迭代至阈值内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73DA9-BE31-4CAD-8789-5056C9F1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68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76127F-1450-4046-8A88-B369EB21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验收清单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F1860A-AD92-489E-BB6E-1FC7476F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FC8B95-B0E6-42FC-B0D8-2751F884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组件复用率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DC40AE-D995-4A64-B08F-6CC29B91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56DFF3-D024-4A15-85BA-9AC89103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设计Token一致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4E67EF-AC89-478F-A0AB-CFCA9B02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70E1BB-FD1F-4EB1-969A-CAA506FF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响应式断点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717561-7878-4A89-AD8C-BC3553A8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369C22-48C5-43B6-988B-CDF14876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交互/空态/错误态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2567AA-E36D-4349-883C-D1C2EDB2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404C45-89A2-489E-8D80-3DC57995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可访问性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670892-C586-4EAD-8304-A80E0C59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9E42D1-D072-4AA8-85D4-21761A9D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视觉Diff阈值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57D01B-2623-4129-B2C8-A1C89E71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F6998AE-C4D4-43FD-838A-E434A065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21fc3e5965840fd"/>
              </a:rPr>
              <a:t>Trae Figma to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dbafc8a8ec54547"/>
              </a:rPr>
              <a:t> · Figma Dev Mode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E25168-533C-4BB1-ACB0-E405D591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741056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7049A7E-576C-4A33-A630-F8C1D735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97F03-1BF9-4940-96BF-96E8BF96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  最佳实践：Browser Use进行UI测试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1CD86-FA4B-4C8A-88B2-49308B0E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Browser Use要把“看起来正常”转成可重复、可定位的断言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77C46B-69C4-47FB-B616-E383AD46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A5A6A4-9F57-4194-A046-9F2AC2D2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C2A1A-B291-4B86-BBAE-FE5EC29C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96BE2-02E5-4291-8828-01B8BDEB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固定环境、账号、数据与视口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A9289-47E8-4702-AA84-07BC1A41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BD55A-BFFB-4BFA-A07A-225E245B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B7ECA-85C5-465A-B161-5C693B55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81CB73-4C35-4D46-92B6-70746258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672C4B-5B82-487C-BDB5-357B100A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CE54C-00A8-4AC1-A67A-1EF9ACA5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按真实用户路径点击、输入、上传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B4393-BE85-4552-A607-EBBF36C4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D55FEC-CF7A-45B5-8A40-63829EE9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879243-9784-47AA-87D9-15F457BD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8F0407-5AD4-44FD-A853-BFD430A9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855814-69B8-443E-8F96-3D23F3AB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72411-C516-4D1B-ACB8-B996100B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DOM、截图、控制台、网络、存储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C94B11-91F7-4979-936A-29D86338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46D837-C016-486E-8E0E-0971B6FB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1B94AD-8965-4534-AF81-E69A723D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00F9B4-BF9D-4EC8-8279-FCE3CFF4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96C3D8-3C0E-4531-9F9B-46C861E4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断言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572609-AAF1-4A95-ADF9-51D432C4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功能、视觉、可访问性、性能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AE9B90-5DAF-435E-B6F0-17DB6F6A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2C0300-219B-4062-947C-6623D334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930203-3BE5-4206-8AE4-4F0B2179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1AF270-602E-46E5-A89B-69A788A5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E446EA-5CCD-4EDE-9AF9-37A5592C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3264F9-BDEB-4520-938F-96E59CB8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Trace、截图、日志、失败步骤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945E54-F5B1-4516-9AC3-B5882A1F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A25C8-72F8-44F6-AFB8-C8351F92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8B9680-A7A0-4B90-86BC-01696227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844E99-F388-40B0-8320-923E9C70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051EDD-5E3E-4303-A4C1-05A4F257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修复复测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7C16E0-6FE5-4E37-974E-3988FCFF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最小改动→相关场景→回归集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2CBCBD-C8C6-46FA-AC2C-AF45FB8B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测试组合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C26832-4E22-4D72-9C9E-C07470EE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2638" y="3524250"/>
            <a:ext cx="385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217C84-350D-45F4-BDB9-600B7BE3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88" y="36480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关键旅程 E2E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ABB1FE-E56D-4D89-9A0A-4C1EF9CD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657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登录、下单、发布、审批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580F0D-7571-4287-9828-703F89B8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BEA3D6B-25CE-4AAE-8ED8-2DE4780F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719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组件 / 页面集成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DF8C853-F6AE-4D9A-A539-C1C82805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381500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状态切换、表单、路由、权限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D40B0A-621D-463C-BAD7-8BAEA036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8401E0-0AD1-43E4-9419-0A54FEA2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静态与单元检查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B27947-5B5E-4B80-8EE5-12EDFBB1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054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类型、Lint、逻辑、可访问性规则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B56A02-A7D5-47BD-9D50-46709780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7338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13906B5-4AF4-4716-9477-022FF0C1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Agent测试提示词必须包含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976573-827F-4C15-8933-8CB2A36A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466669-C82F-413F-AF0B-47E9BE56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004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起始URL、账号、测试数据与禁止动作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08C849-4288-4453-9680-9AF63A62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00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8A57F3-E788-4700-93CF-2F7D4706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关键路径及每步预期可见结果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4FF8D24-A58D-4794-A52D-AFDB92B8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7FDCAB5-91FA-4C93-A846-886E6521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6722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桌面/移动视口与截图命名规则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E1D10-C280-4882-A266-F739E6CC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67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2EA476F-F91A-446A-B47C-51524B96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0060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控制台错误、失败请求、可访问性检查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09ACB35-3255-4BD5-B767-CEA0A9B0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BAB05C-C29B-4033-9310-A635A978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339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失败时保留证据，不自行跳过断言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FF92F5E-A548-4E00-BAB1-F1A0A1BE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结论：浏览器Agent负责探索与取证，Playwright脚本负责稳定回归。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7A24F2A-DC63-4CD9-B9E2-6257F4F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D3A2AF2-298A-4C7F-9A81-1197BF8F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c8214d4f6d54abb"/>
              </a:rPr>
              <a:t>Codex Browser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9d28e172f404f02"/>
              </a:rPr>
              <a:t> · Trae Browser &amp; Preview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77aecf736314044"/>
              </a:rPr>
              <a:t> · Playwright Best Practices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1FAE329-2029-47F0-BD0A-364E5020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049550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A820AED-7328-43CC-87AC-413705E8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CADC7-6473-4864-85B5-4AE2F732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  产品 Superpowers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937C0-4E9B-4B02-A0D5-3A1CF9CD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Superpowers把成熟研发方法封装成可组合、自动触发的Skills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1BCD6-EE3F-45B4-8B9D-5610131E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7AC72-EFA8-452A-9FFE-4ED0C5DC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7C683A-119A-47D3-932E-A131101A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Brainstorm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377B9-4B72-4862-948E-F0B50DCD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澄清需求与方案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9BCCC-B9A5-4204-82D4-2D0F41B1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3635D-EB85-4E0B-AA91-7DF795F3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C80DF-FE2D-49A5-86C0-3B6040E6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6DDDC-3B27-4855-8132-CFC1D787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9DA436-F92B-41AE-9237-9D93AA2C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1D3805-8003-47F5-87A7-4A80BF7F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分段评审设计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5CFCC-DF58-4578-8586-69F853D5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03C959-7373-402F-8A8C-CDE9DE0D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671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6E31C8-6B48-4646-ADBB-784A7306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68337B-73D4-43C1-A000-40350115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C4AB4-F6C7-4AF7-80CE-90FB9AC8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EB0A10-0691-4B10-BD58-CA141FFD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拆成可执行小任务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86DECF-A900-470F-8639-5136D446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5A3631-E7C4-425A-89A9-A2389F5B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244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4773F1-D006-4E20-BBD7-239E253B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9AAAB1-0156-48F1-BF94-09364060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12CDC9-EF0B-4358-876D-19A2523C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Worktree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4C3092-8876-4367-B169-A46B56B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建立隔离工作区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985256-8261-42D8-88D2-C6BC0F97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0CEF2D-9DE9-4208-A874-9EB5F91C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818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D075FB-938D-4AA1-805A-88952044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96BB9F-9834-4CCE-83EE-DF41E029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A462D-AE1E-4A14-89E7-3345B1D6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TDD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957CED-4500-4EA3-8029-5009BB7D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9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RED→GREEN→REFACTOR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D45902-EE06-423C-82DD-9F998B13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CF98CE-EEBE-47EE-9371-48AEBB12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391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39DA0B-6F77-4B6D-A2B6-64BFA117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638DAE-11FF-44E4-B8C1-5BAB5A19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398AC2-D682-4DD2-911D-B4505C41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Subagents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D39980-2BEF-4818-9A0C-29D222F6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逐任务实现与双重审查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784A2F-0075-4EF8-A883-6185723F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5A2236-4EC1-4672-A490-F2FAF95F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2965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BB8448-D558-4553-878C-C6B30928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428D28-B05F-4BFC-A3D2-73516F08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0D4717-3761-4D53-BEA7-CE799C2F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Finish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AB14B7-5E9D-4A3F-AAA7-57A6B51B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测试、PR/合并、清理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ADD73E-E703-4F3D-9CAD-A8578455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099B4CD-54EA-44A0-A4D2-A3C7B13B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它是什么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612B72-762C-4E5E-99E3-11BAC1BA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471957-7BA0-4CEC-B4A1-44A97513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开源Agentic Skills框架 + 软件开发方法论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A7C452-C635-4C09-93EB-5F060195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B08E99-82FA-4AAD-801C-02BBC755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通过技能触发器把流程变成强制检查点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64CB7D-0456-4FA7-9990-2852E9D3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0115AFE-C7AF-4C87-B560-6FA7A5F1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支持Claude Code、Codex、Cursor等多种Harness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EB7BD5-F62A-4755-80C4-1568CB6B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3A5F816-E22C-4471-BCC1-3C25F9D3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核心价值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E9007C-15D9-457C-A3A0-19785991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7CDA62A-BE97-4949-B8A8-80027C9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减少Agent跳过设计、测试和验证的随机性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018BAE4-0048-40BA-9474-A3E1D5AB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710B22F-7086-41A0-802E-6BB4D5E9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把团队方法沉淀为可版本化Skills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7D2F670-D49A-4F3C-AA44-AB12D7C8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268DFBF-78F0-466F-A771-AFD9A762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Subagent每任务新上下文，降低长会话漂移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4B7B3D5-63FB-4DAC-B4AB-F1BAFC3F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387C9DD-C0D8-480C-B65C-F4145046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边界与风险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68CF6BD-270D-458F-87D3-162F9E3C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A451642-2B54-4F0B-95C5-D5A6042E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不是模型、IDE或项目管理系统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C50B076-55E5-4255-B7BF-F9390484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C2C8E1C-3DC2-483F-ABC3-A6E45F60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强流程会增加小任务的时间与Token开销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D2ED01-101D-4036-8B74-9B02F8AA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7B4DFBF-1D53-4162-82BF-E58B7363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需结合团队规范裁剪，避免机械执行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FB9A443-9C8A-4A98-8D97-A5F7E572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落地建议：先在一个可测试项目启用 Brainstorm → Plan → TDD → Review 四项核心技能。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82E681F-CCD6-4188-AAB0-5A607E69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080BB1C-5992-47C5-836B-08809FCD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44a3a91e0444ede"/>
              </a:rPr>
              <a:t>Superpowers GitHub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3C9ECD0-204C-483C-9ABA-7ED21B63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003449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039738-6215-42AD-9158-71C5D05B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F0131-D22C-4141-9FA8-973546E4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12  产品 OpenSpec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62CA7-B1D0-412A-8490-BD6B60BA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OpenSpec用“当前规范 + 变更提案”控制存量项目的需求漂移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0A580-CA7D-414F-BA2E-2886F4D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803DB-6C1F-4E31-A4F2-F3D5C4D2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openspec/specs/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DDCA33-023F-4D2B-B07D-7A0B4362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85975"/>
            <a:ext cx="2914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当前已生效的事实来源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Requirements + Scenarios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供所有Agent读取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B9D33-CB60-473D-91EC-E909F713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DDF38-B7D6-4F48-A1BD-8659FA73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87CD7D-E040-4E4F-97C7-B0691880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96821-EF85-4F79-8EC7-074EC6C1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59067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openspec/changes/&lt;id&gt;/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F75BF-9DE7-45C8-8C36-897A10ED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proposal.md  为什么/改什么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design.md  怎么实现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tasks.md  实施清单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specs/  规格增量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A0BDC-AC13-40BE-9758-373ADD40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850436-A4A8-473D-A280-7CE44306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629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15548-6AB6-4948-809E-28821D97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71600"/>
            <a:ext cx="2990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4AC32F-423F-429A-B3B4-59049B4F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90675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C5720C-0D63-4662-88B0-276C791A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050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实现并验证后归档变更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把批准的规格增量合并回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当前规范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8B49CA-6A7F-42C3-A463-DFCDAF1A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DB351-1EC3-44A9-B1DE-13D970A2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/opsx:explore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288AF3-F919-4683-AA77-A8FF8F2E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理解存量代码、权衡方案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67F14D-A7B7-4A86-82E7-B6D278DB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4466A-C87B-48D2-AB49-F5175B1F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/opsx:propose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FE894-5E73-4D7F-9347-E572731D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生成提案、规格、设计、任务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54D415-C556-4658-B9AA-7E826623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FBEBCB-E946-4F75-98A5-FDC6E646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/opsx:apply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C15830-E9A7-4A84-B30A-0993D685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按任务实现并持续更新状态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03CC74-40A7-4C73-8F14-C45894B3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6304C2-9935-4B2C-B977-C0AE45F0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875E3A-B961-46E4-9E96-197BA0F7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核对实现、场景和验收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5F7505-29F6-4A55-B7A9-6BE8ABC0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0CBBE1-E750-452C-BCB0-208000F1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/opsx:archive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654592-53A5-4BA5-92AD-C5A90F6D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归档变更并更新当前规范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7FC4C0-D65B-4964-9E9C-B7295D5A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1068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98AFE1-0E6B-40C5-9609-3B718C3C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与其他机制的关系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76D5FC-5084-4989-822C-12C92625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2292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AGENTS.md / Rules 管“Agent如何工作”；OpenSpec 管“系统当前应是什么、这次要改什么”；Quest/SDD 管“如何生成并执行任务”。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B91C92-BA92-4DEE-B56B-5ACB5DDA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517542-95C8-400F-B3B8-E364911D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fe9f2fa25f949a5"/>
              </a:rPr>
              <a:t>OpenSpec GitHub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EB62D4-24AD-4B07-8D5F-D4E70A1C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545330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E2771C5-50F5-481F-8088-4177E228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37717-BF97-40C1-A97E-C857B3E2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13  最佳实践：如何省 Tokens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4F0A6-5631-49BB-970D-1400B394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省Token的本质：减少无效上下文、重复推理和失败重试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A3165-EA8B-4B75-BEAC-AB039AB2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68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9F8D7-66B6-48B7-A48B-34EDF66F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1061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总消耗 = 稳定上下文 + 本次检索 + 对话历史 + 工具结果 + 输出 + 重试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48D52-A0C5-44F4-98DB-0FE33D64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9B254D-A4B7-4DC2-907D-6E270F78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  控制输入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31006F-B937-46F0-B638-05840029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13D24-8B45-4AA7-9270-BC0387E3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写清目标、范围、验收和禁止项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68676-6C5C-4A8D-90B7-E114CAFC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70E077-22EC-486F-8A29-073DD186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只附相关文件/章节，先定位再展开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959345-7AB7-4CF3-94DF-83CA148B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6B831-E436-469D-9A71-F1C37103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  分层规则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73D2A2-136E-4C21-B198-25FC4F69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DB6615-03C3-4284-BBC2-18026782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根AGENTS.md保留全局约束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0B62EB-5691-4F52-80F1-4AC7DD09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1F1FE7-45F5-4E95-8C18-BE47BDF0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子目录规则就近生效，避免全仓注入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0344B5-44D9-4A34-972A-8FDD1B35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2E02F3-54ED-41FF-A106-1E3CBE30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  检索替代粘贴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3D69CD-D137-4E61-B6EE-5C98F815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0FEBC6-BD79-46A7-9763-B892A2A8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用Codebase/Repo Wiki召回Top-K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21125B-2576-49AE-A23C-DC762878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864DA-E2F0-4F99-B5DD-690FDACC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输出带引用，发现缺口再二次检索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856241-74DC-493D-80CB-6E2AEB28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35819C-C95D-4FC4-A911-35E20D41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  复用稳定前缀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5E5317-E287-4FBE-A704-78A19747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FE02A2-F1C0-4647-A94F-16475C8C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固定系统提示、工具定义和规则顺序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FC42E-10C4-4A06-88F7-5596D2B1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9450EA-6109-488F-8CA8-D41439A6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利用Prompt Cache，避免轻微改写失效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286A03-E809-4E45-A36E-FC16DEEC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E3A3B7-5120-4072-9868-3AF444F8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  控制工具结果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5125DF-3453-401F-A06D-826E6A72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55B140-5428-4D37-AEF7-E7FC9DB0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日志先过滤、分页、聚合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40FB64-7A08-4185-8189-120E4129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DF9732-3D30-4E4E-A06B-AEEFDB30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截图/DOM/Trace只在需要时展开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9B3405-DB0F-4EE1-B862-F06B8425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70BAC6-A79D-44FB-BA28-1A46B084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  模型与模式分级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469E4A-C803-44F4-9393-A63288EA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29789C-CE3E-4D3A-906F-147CEBB5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小模型做搜索、分类、格式化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BB928C-029D-41D4-A526-2FA16EF8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067359-24ED-49F1-9073-D1202E36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高推理/多Agent只用于高价值复杂任务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A46838-234E-4FBA-8E33-84F003A8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3A3C31-4C4C-4BA2-A19C-10B57745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  缩短会话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8E5994-1B22-4281-86EA-CABDBA96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24BAA17-4249-4AB9-BF4D-113F4474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阶段结束写摘要/Artifact后新开任务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4A4612-23C2-4F57-A8EB-9D18B353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F6C013-81CB-4D38-BE9A-7EEE2C39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长任务使用Compaction，保留决策与证据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48914E-A0A3-4D39-9A29-D271D9EF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FF99BA-EB9C-436D-8579-E24F9C6B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  降低重试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1C465E-E47F-4C4C-B20D-8A7CF7B3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55754B7-C14A-4132-9512-27563F7B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先跑最小验证，再扩大修改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843FFAB-7DA5-4614-9B14-0D409B27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EB506BE-BF45-4E61-80C2-3FFB5B82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失败必须读取错误根因，禁止盲目重复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467D0D-F4B0-4992-A155-8F2BB593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11068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A4FAE9B-7C38-4A8F-BF71-0A6FA656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团队度量：每个成功任务的输入Token、输出Token、缓存命中率、工具结果量、重试次数和人工复核时间。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39F9BFA-0346-40F4-8D2F-1BEEC71B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F86174A-B09A-4A57-968A-B24E3A4F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a1adde981c2492c"/>
              </a:rPr>
              <a:t>Codex节省用量建议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33edd5f86ab40d2"/>
              </a:rPr>
              <a:t> · OpenAI Prompt Caching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2be9f478b4b423d"/>
              </a:rPr>
              <a:t> · Qoder Context Compression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a7f8374e7bd43f3"/>
              </a:rPr>
              <a:t> · Anthropic Prompt Caching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AC44388-D5F9-4F4A-97FF-95D1A91B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057757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9452FA-BD92-4EDC-973D-11F4FFD5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34B9C-4B1C-4FE4-BF5C-623E1596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14  Agentic Loop 工作原理总结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2D94C-DE8E-47C7-B78E-FF25484E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Agentic Loop把模型推理转化为可执行、可观察、可收敛的工程循环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FCEC6-2DAA-4C5F-8D51-4419F77D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5467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85f6ba55040ac"/>
          <a:stretch xmlns:a="http://schemas.openxmlformats.org/drawingml/2006/main"/>
        </p:blipFill>
        <p:spPr>
          <a:xfrm xmlns:a="http://schemas.openxmlformats.org/drawingml/2006/main">
            <a:off x="722173" y="1390650"/>
            <a:ext cx="5127905" cy="25908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7C2E5-23E2-4BE9-9619-22164999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239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81A2B4-44BC-4221-A131-8C9FFC17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763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C9EC1-CC40-4622-A8CD-227AE53F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4573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获取上下文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C3E3B-B860-4686-AA12-659ECF5A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搜索代码、读取文件、项目规则、历史状态与用户补充信息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5A063-3A04-4F4B-9A8B-CB989823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27177-1745-4EC9-8615-275F4636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DD128D-032A-496D-8355-00D07241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17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执行操作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DC2FF-7ABF-4A8D-891B-351B8118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模型选择工具：修改文件、运行命令、访问Web或调用外部服务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C540F-3AE0-4634-87BB-6DDA9291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B1F09E-40D9-4454-B43B-2BDC1DF7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5B5ED7-FABC-4C4C-B6D4-24C97F42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B535F0-C98D-47DF-B180-3A91B6C9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6385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读取工具观察值，以测试、构建、Diff和验收条件判断下一步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8BCBD9-FD2F-4204-B8B0-0E412888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11068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CAEA44-B667-45C4-8D4B-683C0574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34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循环状态机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F4274-2E34-4D94-BB8D-94FE1C77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8AEF1D-27FB-464A-9951-8BA02DE4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E71672-800A-42AD-A5A1-B3126F28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86329C-E5D5-465F-97D7-CECA91C0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480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0A7953-6CDA-46C2-88D9-B2D0B21A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3F2CDE-D8F0-43C1-B741-01609F80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44DC43-EC22-48B0-9FB4-9217C471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9F5E11-5F57-453D-AD70-27D4C701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339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413F90-19E8-49C4-A289-DB3228D2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1987CA-0D2C-4C32-ACCA-8FD05ADA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1849EA-A7D7-4CF4-A918-EA09F8DB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7CD668-ECEF-41B2-B289-A68F2F39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1977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2BB560-8375-4B09-9E04-5E937466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F105C6-1ED8-4526-81FF-6556B96F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A20CED-F143-417F-9942-2C6FDAE8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2F7081-AD0E-4535-97A7-C59EAE80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0565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6F7204-0086-4917-ACE0-2F93AAAC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2DA3ED-D100-46E0-9E9A-D601346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AC0141-DED0-457E-A595-21EB2D88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C1E35C-1AFA-462E-A1A4-E0EB7826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915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A55FD6-E64D-4404-996B-15EB622B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EB1992-999B-49A4-AD3A-163CF1B1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62B652-D090-43DC-9F3C-56B05F74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23988C-5980-462D-9337-CD0126C0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774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D57913-8AD6-4B7A-A76A-44442B60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D84233-98BA-451F-B48D-1165AA7D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继续 / 结束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F39BC8C-9590-477E-B235-253DCD04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14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观察结果会更新上下文并触发重新规划；用户可随时中断、补充上下文或改变方向。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397132-6350-4C6D-B1BA-6AEBBBB3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196CB74-CC15-4600-8B91-A42F5C09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定义可验证停止条件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601F956-A4F1-4AE6-8ACB-2926D2A6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0424724-24A2-4F9A-A004-AAA0ED8C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在外层编排多个Loop/阶段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FF0C0A0-05F7-48EB-AB60-0757A314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Subagent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3DB639-EF30-4D46-B4D1-DFF6DF64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形成嵌套且隔离的子Loop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4B7C9A-97A3-4008-B305-A2DCFBA3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Skills / MCP / Hooks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36B179E-EC0A-498E-851B-A7E74E46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扩展决策、工具和生命周期动作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9BD4228-3886-4DF5-932B-BC3A8A89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Memory / Rules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F0EFD3-2BD3-4CD8-9B16-96AFC68A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提供跨轮次稳定上下文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55D0F73-EFBD-450A-A9A1-3BCCD682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Sandbox / Review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FE0047C-0136-4B44-AD39-BC78CC18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限制动作并形成质量闸门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C924E07-6224-4A00-BE6C-FB55CE3F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5736642-BB21-4F14-A255-27B6F0BF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3806b1a14fb4a73"/>
              </a:rPr>
              <a:t>智谱：Coding Agent工作原理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710ABB2-08FD-4706-AFFF-D060D105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35566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30FB296-154E-4408-8744-C329AA84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B14CC-03F3-4447-B457-1812FFB7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15  Coding Agent 常见工作流总结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9B2D7-45FC-4753-A531-19678BF4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常见工作流共享同一主线：探索 → 计划 → 执行 → 验证 → 交付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FBB26-A4A3-47C8-97BF-14467B4D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1D9791-C2C6-44F9-8924-D8C1AB1D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97FA8-A01D-4D3A-8347-A6F72D5F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5E4AC5-F847-49ED-BDD6-BE72BD66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从宽到窄理解上下文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05EA8D-A58D-4B97-8924-B8E1387C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7AD0A-156A-4711-9BDB-474F60B9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49E625-FD6D-415A-AAF6-8E0344D0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9EFC9-DAD6-4D82-81B6-EB7DF680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D9894-1E85-4C10-915D-18182A87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953A8-6C5B-439D-B3FD-FA64E121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明确范围、风险与验收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690157-C6B8-4542-BB74-4E198FB2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37CC38-A239-43C1-A275-52DBF045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8319F-286D-4C37-BCD4-772C7375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85753E-2279-42DE-9B8D-11361BAB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9C0A34-F717-49A9-AC63-ED87E7E2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0B1F64-CD3A-4FFA-9B9B-68130E8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小步修改或委派子Agent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64746-0AC8-4AA9-88CF-7560C41D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9414-923B-4D3B-BF5E-8CAEDCF2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FCC11-A58F-4499-A46B-7733B865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09A20A-7E41-4240-9238-43A5B8AC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18951F-A476-4DF4-9876-ACFD2B2C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95BBE1-A86C-425F-A155-8CB8816F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测试、构建、Diff和规则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4E1714-ED57-47D3-81A0-EAB5386E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840E25-0006-4D1C-9C32-782737D0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B876AB-F094-4005-9074-FA0F9D1B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6EE51D-C575-487D-AB8B-B4420C21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D3D649-C1CC-4081-A7FE-D02B89B0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B4B7D5-C788-489E-9ECC-DBE84763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PR、文档、证据与回写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43D323-C266-4F1F-AC00-CFFC861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F5D8F7-9311-4326-AD72-B1797C81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理解新代码库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DC0D0C-4ADD-4288-B6BC-D8BA36DB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概览→架构/术语→相关文件→追踪端到端流程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D0AF77-8FC1-4B70-9FD1-4BF50258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CABE29-E460-4140-9F02-AB9B9382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完成标准：架构图、入口、关键模型与调用链可解释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47E01D-1723-4F3E-AD98-86BFDCB5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ED6D4E-64BB-4198-A906-7B76976E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修复 Bug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CA2A68-FB72-4C9A-B3F5-4616EF18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复现→堆栈/日志→提出假设→最小修复→回归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CE48EB-D704-4F40-8B52-CD3DF471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7532CE-7A42-4B6A-AEAA-31952FB4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完成标准：原问题不再复现，相关测试通过且无新增错误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6EB368-2F61-4E61-BFFE-38E1F737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F8B5B0-8A80-4B92-B235-93D50FDB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重构代码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C31607-E8A8-41C9-A1C9-F347D062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识别遗留→评估兼容性→小步迁移→行为验证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029AFA-1C59-4BAD-9104-C912A7BA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CE8784-F6D9-40C2-8D2F-18E3B637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完成标准：行为保持一致，接口/性能/兼容性满足约束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889819-0772-4DF6-B4CA-481ABAC4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1163B6-5DDC-4D65-B66B-7A8DCAB5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编写测试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9FB831-AAF2-423F-92C4-E29E13E1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找覆盖缺口→生成框架→边界/异常→运行修复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2F86586-CA05-433C-AE7A-8EBB2405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14659C-1896-4696-8C54-5454F446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完成标准：测试有意义、可重复，失败能定位真实问题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D4D1F0-F828-4D37-A71F-D4D66724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15453A-6704-44E1-806D-61C904E8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创建 PR / Review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FA43AF2-B9A8-48C5-A1E6-4DB47218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总结Diff→识别风险→完善说明→运行CI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D21CBD-0CAD-4658-BAC3-90A82AED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827AF0-E4FB-4F65-BFF9-5FC8AB55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完成标准：审查者能理解目的、影响面、验证和回滚方式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EFE8D05-F85E-4E10-AE6D-3EA7B43A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6BD2920-860F-4F61-A1A7-FADCD948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处理文档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B6E4D8B-15B6-41AA-B417-7E52D050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找未记录接口→补说明/示例→规范检查→验证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358068C-670E-4127-A8AC-4056BCC3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7A166DE-82C5-4624-B81E-F74F6FA0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完成标准：公共API与复杂逻辑有准确、可维护的说明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EA11051-5E86-49AE-A3DF-40E48CBD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683303E-85CC-4651-98B0-E489AAFB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三项横向控制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C60443-AABA-4CAF-BBED-C1DADA99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715000"/>
            <a:ext cx="922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Plan Mode：复杂任务先只读分析  |  Subagents：按角色和最小工具权限委派  |  @文件/目录：精准注入上下文，避免全仓粘贴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03BFEFB-C50A-4988-AF99-7CCA5CE4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881542D-4C84-4C5B-B244-88AE59EC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2a2889d57df4b82"/>
              </a:rPr>
              <a:t>智谱：常用工作流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14609D6-DD21-47B8-BF57-D88B8EA5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37257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2026-07-23T03:28:25.2970000Z</dcterms:created>
  <dcterms:modified xsi:type="dcterms:W3CDTF">2026-07-23T03:28:25.2970000Z</dcterms:modified>
</coreProperties>
</file>