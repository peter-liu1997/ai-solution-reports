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0286fb3ec64d94" /><Relationship Type="http://schemas.openxmlformats.org/officeDocument/2006/relationships/extended-properties" Target="/docProps/app.xml" Id="R137df893b5d64057" /><Relationship Type="http://schemas.openxmlformats.org/officeDocument/2006/relationships/officeDocument" Target="/ppt/presentation.xml" Id="R8d8cbf5e2be24a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7d29fa122743b6"/>
  </p:sldMasterIdLst>
  <p:notesMasterIdLst>
    <p:notesMasterId xmlns:r="http://schemas.openxmlformats.org/officeDocument/2006/relationships" r:id="R8ab636f7e3524e0c"/>
  </p:notesMasterIdLst>
  <p:sldIdLst>
    <p:sldId xmlns:r="http://schemas.openxmlformats.org/officeDocument/2006/relationships" id="256" r:id="Rb5e1cc5be60e49b5"/>
    <p:sldId xmlns:r="http://schemas.openxmlformats.org/officeDocument/2006/relationships" id="257" r:id="Rb070f4d5a19542b9"/>
    <p:sldId xmlns:r="http://schemas.openxmlformats.org/officeDocument/2006/relationships" id="258" r:id="R337d595182a74ec4"/>
    <p:sldId xmlns:r="http://schemas.openxmlformats.org/officeDocument/2006/relationships" id="259" r:id="R0522fffb0ccf4931"/>
    <p:sldId xmlns:r="http://schemas.openxmlformats.org/officeDocument/2006/relationships" id="260" r:id="R9e40cc2635d24762"/>
    <p:sldId xmlns:r="http://schemas.openxmlformats.org/officeDocument/2006/relationships" id="261" r:id="R45be1362903b4f88"/>
    <p:sldId xmlns:r="http://schemas.openxmlformats.org/officeDocument/2006/relationships" id="262" r:id="R1125d5d7c3bc4386"/>
    <p:sldId xmlns:r="http://schemas.openxmlformats.org/officeDocument/2006/relationships" id="263" r:id="R9366b60bd9554102"/>
    <p:sldId xmlns:r="http://schemas.openxmlformats.org/officeDocument/2006/relationships" id="264" r:id="R7b6727fa9648457c"/>
    <p:sldId xmlns:r="http://schemas.openxmlformats.org/officeDocument/2006/relationships" id="265" r:id="Rb880a3d034ba475c"/>
    <p:sldId xmlns:r="http://schemas.openxmlformats.org/officeDocument/2006/relationships" id="266" r:id="R24832346a2ad48f5"/>
    <p:sldId xmlns:r="http://schemas.openxmlformats.org/officeDocument/2006/relationships" id="267" r:id="Reb13a97d78f4401d"/>
    <p:sldId xmlns:r="http://schemas.openxmlformats.org/officeDocument/2006/relationships" id="268" r:id="R96b2a1875bd34550"/>
    <p:sldId xmlns:r="http://schemas.openxmlformats.org/officeDocument/2006/relationships" id="269" r:id="R9282c77f6be74590"/>
    <p:sldId xmlns:r="http://schemas.openxmlformats.org/officeDocument/2006/relationships" id="270" r:id="R3571e978d8cb4b45"/>
    <p:sldId xmlns:r="http://schemas.openxmlformats.org/officeDocument/2006/relationships" id="271" r:id="R678142bddf3241e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25ac3394b64644" /><Relationship Type="http://schemas.openxmlformats.org/officeDocument/2006/relationships/slideMaster" Target="/ppt/slideMasters/slideMaster1.xml" Id="R137d29fa122743b6" /><Relationship Type="http://schemas.openxmlformats.org/officeDocument/2006/relationships/notesMaster" Target="/ppt/notesMasters/notesMaster1.xml" Id="R8ab636f7e3524e0c" /><Relationship Type="http://schemas.openxmlformats.org/officeDocument/2006/relationships/presProps" Target="/ppt/presProps.xml" Id="R040d02370f274c43" /><Relationship Type="http://schemas.openxmlformats.org/officeDocument/2006/relationships/tableStyles" Target="/ppt/tableStyles.xml" Id="Rc03d731f16e74473" /><Relationship Type="http://schemas.openxmlformats.org/officeDocument/2006/relationships/slide" Target="/ppt/slides/slide1.xml" Id="Rb5e1cc5be60e49b5" /><Relationship Type="http://schemas.openxmlformats.org/officeDocument/2006/relationships/slide" Target="/ppt/slides/slide2.xml" Id="Rb070f4d5a19542b9" /><Relationship Type="http://schemas.openxmlformats.org/officeDocument/2006/relationships/slide" Target="/ppt/slides/slide3.xml" Id="R337d595182a74ec4" /><Relationship Type="http://schemas.openxmlformats.org/officeDocument/2006/relationships/slide" Target="/ppt/slides/slide4.xml" Id="R0522fffb0ccf4931" /><Relationship Type="http://schemas.openxmlformats.org/officeDocument/2006/relationships/slide" Target="/ppt/slides/slide5.xml" Id="R9e40cc2635d24762" /><Relationship Type="http://schemas.openxmlformats.org/officeDocument/2006/relationships/slide" Target="/ppt/slides/slide6.xml" Id="R45be1362903b4f88" /><Relationship Type="http://schemas.openxmlformats.org/officeDocument/2006/relationships/slide" Target="/ppt/slides/slide7.xml" Id="R1125d5d7c3bc4386" /><Relationship Type="http://schemas.openxmlformats.org/officeDocument/2006/relationships/slide" Target="/ppt/slides/slide8.xml" Id="R9366b60bd9554102" /><Relationship Type="http://schemas.openxmlformats.org/officeDocument/2006/relationships/slide" Target="/ppt/slides/slide9.xml" Id="R7b6727fa9648457c" /><Relationship Type="http://schemas.openxmlformats.org/officeDocument/2006/relationships/slide" Target="/ppt/slides/slide10.xml" Id="Rb880a3d034ba475c" /><Relationship Type="http://schemas.openxmlformats.org/officeDocument/2006/relationships/slide" Target="/ppt/slides/slide11.xml" Id="R24832346a2ad48f5" /><Relationship Type="http://schemas.openxmlformats.org/officeDocument/2006/relationships/slide" Target="/ppt/slides/slide12.xml" Id="Reb13a97d78f4401d" /><Relationship Type="http://schemas.openxmlformats.org/officeDocument/2006/relationships/slide" Target="/ppt/slides/slide13.xml" Id="R96b2a1875bd34550" /><Relationship Type="http://schemas.openxmlformats.org/officeDocument/2006/relationships/slide" Target="/ppt/slides/slide14.xml" Id="R9282c77f6be74590" /><Relationship Type="http://schemas.openxmlformats.org/officeDocument/2006/relationships/slide" Target="/ppt/slides/slide15.xml" Id="R3571e978d8cb4b45" /><Relationship Type="http://schemas.openxmlformats.org/officeDocument/2006/relationships/slide" Target="/ppt/slides/slide16.xml" Id="R678142bddf3241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d670d39c794c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7d76b492f6465f" /><Relationship Type="http://schemas.openxmlformats.org/officeDocument/2006/relationships/notesMaster" Target="/ppt/notesMasters/notesMaster1.xml" Id="R06d6e9358a5443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c485efb05c4ebf" /><Relationship Type="http://schemas.openxmlformats.org/officeDocument/2006/relationships/notesMaster" Target="/ppt/notesMasters/notesMaster1.xml" Id="Rbff7afe4cdae46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3f289b88414490" /><Relationship Type="http://schemas.openxmlformats.org/officeDocument/2006/relationships/notesMaster" Target="/ppt/notesMasters/notesMaster1.xml" Id="Ra0847bea75a643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db89b50ef84d3a" /><Relationship Type="http://schemas.openxmlformats.org/officeDocument/2006/relationships/notesMaster" Target="/ppt/notesMasters/notesMaster1.xml" Id="R215c5c9a7cf149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75786fd2f34eaa" /><Relationship Type="http://schemas.openxmlformats.org/officeDocument/2006/relationships/notesMaster" Target="/ppt/notesMasters/notesMaster1.xml" Id="R237764a4dae94e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5ac390ac164ef1" /><Relationship Type="http://schemas.openxmlformats.org/officeDocument/2006/relationships/notesMaster" Target="/ppt/notesMasters/notesMaster1.xml" Id="R21a4e05934a04a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50ad8cec364b5f" /><Relationship Type="http://schemas.openxmlformats.org/officeDocument/2006/relationships/notesMaster" Target="/ppt/notesMasters/notesMaster1.xml" Id="R29badc522ec54e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2d01b8237c4387" /><Relationship Type="http://schemas.openxmlformats.org/officeDocument/2006/relationships/notesMaster" Target="/ppt/notesMasters/notesMaster1.xml" Id="Rc5657594c3094f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a7689bb90b48c1" /><Relationship Type="http://schemas.openxmlformats.org/officeDocument/2006/relationships/notesMaster" Target="/ppt/notesMasters/notesMaster1.xml" Id="R4ae189c1b7a741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aaa29df4d74bcf" /><Relationship Type="http://schemas.openxmlformats.org/officeDocument/2006/relationships/notesMaster" Target="/ppt/notesMasters/notesMaster1.xml" Id="R18bf16f7a6784c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c24b41a85c4d4c" /><Relationship Type="http://schemas.openxmlformats.org/officeDocument/2006/relationships/notesMaster" Target="/ppt/notesMasters/notesMaster1.xml" Id="Rbe0c5f4536ab4d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75ea5f779e495d" /><Relationship Type="http://schemas.openxmlformats.org/officeDocument/2006/relationships/notesMaster" Target="/ppt/notesMasters/notesMaster1.xml" Id="Raa42c0b75044492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b9a3aecadb465f" /><Relationship Type="http://schemas.openxmlformats.org/officeDocument/2006/relationships/notesMaster" Target="/ppt/notesMasters/notesMaster1.xml" Id="Ra7b7928bc29040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48d715fe834c75" /><Relationship Type="http://schemas.openxmlformats.org/officeDocument/2006/relationships/notesMaster" Target="/ppt/notesMasters/notesMaster1.xml" Id="R75a9a2d65a714b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752fbf3b85415e" /><Relationship Type="http://schemas.openxmlformats.org/officeDocument/2006/relationships/notesMaster" Target="/ppt/notesMasters/notesMaster1.xml" Id="Rff9601d26c8940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956ed00b2874f7b" /><Relationship Type="http://schemas.openxmlformats.org/officeDocument/2006/relationships/notesMaster" Target="/ppt/notesMasters/notesMaster1.xml" Id="Rafeb24d9f097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b8ed324f44d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f654cde47a4531" /><Relationship Type="http://schemas.openxmlformats.org/officeDocument/2006/relationships/slideLayout" Target="/ppt/slideLayouts/slideLayout1.xml" Id="R5c1ff81b388047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1ff81b388047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60ffa832a45d4" /><Relationship Type="http://schemas.openxmlformats.org/officeDocument/2006/relationships/image" Target="/ppt/media/image.png" Id="R8ad760020632436a" /><Relationship Type="http://schemas.openxmlformats.org/officeDocument/2006/relationships/image" Target="/ppt/media/image2.png" Id="Rfffab9a943c7417b" /><Relationship Type="http://schemas.openxmlformats.org/officeDocument/2006/relationships/notesSlide" Target="/ppt/notesSlides/notesSlide1.xml" Id="R284c5703c6184f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b9227366b4305" /><Relationship Type="http://schemas.openxmlformats.org/officeDocument/2006/relationships/hyperlink" Target="https://support.huaweicloud.com/productdesc-codeartssnap/codeartsdoer_pd_0001.html" TargetMode="External" Id="Rb8e3d5a02c484100" /><Relationship Type="http://schemas.openxmlformats.org/officeDocument/2006/relationships/hyperlink" Target="https://code.claude.com/docs/en/overview" TargetMode="External" Id="R7b607be0f0a14e57" /><Relationship Type="http://schemas.openxmlformats.org/officeDocument/2006/relationships/hyperlink" Target="https://docs.qoder.com/" TargetMode="External" Id="Ra36eae4a539d49bf" /><Relationship Type="http://schemas.openxmlformats.org/officeDocument/2006/relationships/hyperlink" Target="https://learn.chatgpt.com/docs" TargetMode="External" Id="R7e28cd8b7cd24986" /><Relationship Type="http://schemas.openxmlformats.org/officeDocument/2006/relationships/notesSlide" Target="/ppt/notesSlides/notesSlide2.xml" Id="R24a0dee3a0204c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504f6bf6a49a0" /><Relationship Type="http://schemas.openxmlformats.org/officeDocument/2006/relationships/image" Target="/ppt/media/image3.png" Id="R309237d4470c41db" /><Relationship Type="http://schemas.openxmlformats.org/officeDocument/2006/relationships/hyperlink" Target="https://docs.bigmodel.cn/cn/coding-plan/learning-resources/how-coding-agent-works" TargetMode="External" Id="Rdffc64b7426241be" /><Relationship Type="http://schemas.openxmlformats.org/officeDocument/2006/relationships/notesSlide" Target="/ppt/notesSlides/notesSlide3.xml" Id="R0e4a0935da6a45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29da01c184385" /><Relationship Type="http://schemas.openxmlformats.org/officeDocument/2006/relationships/hyperlink" Target="https://docs.bigmodel.cn/cn/coding-plan/learning-resources/common-workflow" TargetMode="External" Id="Rc7b8622a59464359" /><Relationship Type="http://schemas.openxmlformats.org/officeDocument/2006/relationships/notesSlide" Target="/ppt/notesSlides/notesSlide4.xml" Id="R927f1d5a32994d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06a94913f491c" /><Relationship Type="http://schemas.openxmlformats.org/officeDocument/2006/relationships/hyperlink" Target="https://support.huaweicloud.com/usermanual-codeartssnap/codeartsagent_ug_0001.html" TargetMode="External" Id="R339a7c015c4f4b67" /><Relationship Type="http://schemas.openxmlformats.org/officeDocument/2006/relationships/hyperlink" Target="https://docs.qoder.com/user-guide/indexing" TargetMode="External" Id="R75f40506192545cc" /><Relationship Type="http://schemas.openxmlformats.org/officeDocument/2006/relationships/hyperlink" Target="https://docs.qoder.com/user-guide/repo-wiki" TargetMode="External" Id="R24cd249386b94ed2" /><Relationship Type="http://schemas.openxmlformats.org/officeDocument/2006/relationships/hyperlink" Target="https://docs.qoder.com/account/enterprise/qmind" TargetMode="External" Id="Rba6c53857c524c76" /><Relationship Type="http://schemas.openxmlformats.org/officeDocument/2006/relationships/notesSlide" Target="/ppt/notesSlides/notesSlide5.xml" Id="R6d9f7cc8bb9c45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fcb7f05bd4a86" /><Relationship Type="http://schemas.openxmlformats.org/officeDocument/2006/relationships/image" Target="/ppt/media/image.jpeg" Id="R599f2971d57646f6" /><Relationship Type="http://schemas.openxmlformats.org/officeDocument/2006/relationships/hyperlink" Target="https://docs.qoder.com/account/enterprise/knowledge-base" TargetMode="External" Id="R63bb65b145464f75" /><Relationship Type="http://schemas.openxmlformats.org/officeDocument/2006/relationships/hyperlink" Target="https://qoder.com/blog/qoder-llm?type=%E6%8A%80%E6%9C%AF" TargetMode="External" Id="R608be64c684841df" /><Relationship Type="http://schemas.openxmlformats.org/officeDocument/2006/relationships/hyperlink" Target="https://support.huaweicloud.com/usermanual-codeartssnap/codeartsagent_ug_0001.html" TargetMode="External" Id="Rd5e375c9232d4018" /><Relationship Type="http://schemas.openxmlformats.org/officeDocument/2006/relationships/notesSlide" Target="/ppt/notesSlides/notesSlide6.xml" Id="Rbddae64431704e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418e5d1ae474a" /><Relationship Type="http://schemas.openxmlformats.org/officeDocument/2006/relationships/hyperlink" Target="https://code.claude.com/docs/en/workflows" TargetMode="External" Id="R60ce5434b9724fd4" /><Relationship Type="http://schemas.openxmlformats.org/officeDocument/2006/relationships/hyperlink" Target="https://code.claude.com/docs/en/goal" TargetMode="External" Id="Rb8902451a5ad46a3" /><Relationship Type="http://schemas.openxmlformats.org/officeDocument/2006/relationships/hyperlink" Target="https://docs.qoder.com/user-guide/quest/spec-driven" TargetMode="External" Id="R6cf3a4d37db54d7d" /><Relationship Type="http://schemas.openxmlformats.org/officeDocument/2006/relationships/hyperlink" Target="https://docs.trae.ai/ide/solo-mode" TargetMode="External" Id="R5bc6a1e784204ac9" /><Relationship Type="http://schemas.openxmlformats.org/officeDocument/2006/relationships/notesSlide" Target="/ppt/notesSlides/notesSlide7.xml" Id="R942ed49b07aa45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1be4047dc4ff4" /><Relationship Type="http://schemas.openxmlformats.org/officeDocument/2006/relationships/hyperlink" Target="https://code.claude.com/docs/en/agent-teams" TargetMode="External" Id="R0b170ef12ed843ed" /><Relationship Type="http://schemas.openxmlformats.org/officeDocument/2006/relationships/hyperlink" Target="https://code.claude.com/docs/en/workflows" TargetMode="External" Id="R441ee72756a8433f" /><Relationship Type="http://schemas.openxmlformats.org/officeDocument/2006/relationships/hyperlink" Target="https://docs.qoder.com/user-guide/quest/overview" TargetMode="External" Id="Rd0d19ea36e6544d5" /><Relationship Type="http://schemas.openxmlformats.org/officeDocument/2006/relationships/hyperlink" Target="https://support.huaweicloud.com/usermanual-codeartssnap/codeartsagent_ug_0052.html" TargetMode="External" Id="R8798a072a4334844" /><Relationship Type="http://schemas.openxmlformats.org/officeDocument/2006/relationships/notesSlide" Target="/ppt/notesSlides/notesSlide8.xml" Id="Rf4812b4265ac4f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fef6231ee4a1a" /><Relationship Type="http://schemas.openxmlformats.org/officeDocument/2006/relationships/hyperlink" Target="https://github.com/Fission-AI/OpenSpec" TargetMode="External" Id="R84fe4f1a349a4c30" /><Relationship Type="http://schemas.openxmlformats.org/officeDocument/2006/relationships/notesSlide" Target="/ppt/notesSlides/notesSlide9.xml" Id="Rc414cce7179a4b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f747b005d4693" /><Relationship Type="http://schemas.openxmlformats.org/officeDocument/2006/relationships/hyperlink" Target="https://github.com/obra/superpowers" TargetMode="External" Id="R416a00398dd7419b" /><Relationship Type="http://schemas.openxmlformats.org/officeDocument/2006/relationships/notesSlide" Target="/ppt/notesSlides/notesSlide10.xml" Id="Ra754160b1bc74e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4222e4c704190" /><Relationship Type="http://schemas.openxmlformats.org/officeDocument/2006/relationships/image" Target="/ppt/media/image.bin" Id="Rf63a06067c2f4132" /><Relationship Type="http://schemas.openxmlformats.org/officeDocument/2006/relationships/hyperlink" Target="https://qoder.com/blog/qoder-v1-mega-rewrite" TargetMode="External" Id="Rccc613f837274186" /><Relationship Type="http://schemas.openxmlformats.org/officeDocument/2006/relationships/hyperlink" Target="https://docs.qoder.com/user-guide/quest/execution-environments" TargetMode="External" Id="R8c74672a285c486a" /><Relationship Type="http://schemas.openxmlformats.org/officeDocument/2006/relationships/notesSlide" Target="/ppt/notesSlides/notesSlide11.xml" Id="Re7558a540e4545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3cf70d25c4fb1" /><Relationship Type="http://schemas.openxmlformats.org/officeDocument/2006/relationships/image" Target="/ppt/media/image4.png" Id="Raaaadd9ac14d4c64" /><Relationship Type="http://schemas.openxmlformats.org/officeDocument/2006/relationships/hyperlink" Target="https://docs.trae.ai/ide/figma-to-code" TargetMode="External" Id="R22c4ff18656f4c04" /><Relationship Type="http://schemas.openxmlformats.org/officeDocument/2006/relationships/hyperlink" Target="https://help.figma.com/hc/en-us/categories/14559151746583-Dev-Mode" TargetMode="External" Id="R89f305cf072f466d" /><Relationship Type="http://schemas.openxmlformats.org/officeDocument/2006/relationships/notesSlide" Target="/ppt/notesSlides/notesSlide12.xml" Id="R2248186529f442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55a8380f14ac5" /><Relationship Type="http://schemas.openxmlformats.org/officeDocument/2006/relationships/hyperlink" Target="https://learn.chatgpt.com/docs/browser" TargetMode="External" Id="Rb886c3c4858b4db7" /><Relationship Type="http://schemas.openxmlformats.org/officeDocument/2006/relationships/hyperlink" Target="https://docs.trae.ai/ide/browser-and-preview" TargetMode="External" Id="R2edd4786d5f244e6" /><Relationship Type="http://schemas.openxmlformats.org/officeDocument/2006/relationships/hyperlink" Target="https://playwright.dev/docs/best-practices" TargetMode="External" Id="R82dc55531305456a" /><Relationship Type="http://schemas.openxmlformats.org/officeDocument/2006/relationships/notesSlide" Target="/ppt/notesSlides/notesSlide13.xml" Id="Rc78f89709ce04b4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d1cb8f8f24bae" /><Relationship Type="http://schemas.openxmlformats.org/officeDocument/2006/relationships/hyperlink" Target="https://learn.chatgpt.com/docs/pricing" TargetMode="External" Id="R878d181e0b2f417f" /><Relationship Type="http://schemas.openxmlformats.org/officeDocument/2006/relationships/hyperlink" Target="https://platform.openai.com/docs/guides/prompt-caching" TargetMode="External" Id="R3acdc56244144c56" /><Relationship Type="http://schemas.openxmlformats.org/officeDocument/2006/relationships/hyperlink" Target="https://docs.qoder.com/user-guide/context-compression" TargetMode="External" Id="R937a563e08114438" /><Relationship Type="http://schemas.openxmlformats.org/officeDocument/2006/relationships/hyperlink" Target="https://docs.anthropic.com/en/docs/build-with-claude/prompt-caching" TargetMode="External" Id="R6412f71c9ba04c21" /><Relationship Type="http://schemas.openxmlformats.org/officeDocument/2006/relationships/notesSlide" Target="/ppt/notesSlides/notesSlide14.xml" Id="R8b573ced797649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8d3d35ba00456a" /><Relationship Type="http://schemas.openxmlformats.org/officeDocument/2006/relationships/hyperlink" Target="https://codearts.huaweicloud.com/pricing.html" TargetMode="External" Id="Rc67486116e3f4b15" /><Relationship Type="http://schemas.openxmlformats.org/officeDocument/2006/relationships/hyperlink" Target="https://support.claude.com/en/articles/11049762-choose-a-claude-plan" TargetMode="External" Id="R60cce10ac9124d3d" /><Relationship Type="http://schemas.openxmlformats.org/officeDocument/2006/relationships/hyperlink" Target="https://docs.qoder.com/account/pricing" TargetMode="External" Id="Rb6aaae94648a438b" /><Relationship Type="http://schemas.openxmlformats.org/officeDocument/2006/relationships/hyperlink" Target="https://learn.chatgpt.com/docs/pricing" TargetMode="External" Id="Rd35533a2c82149c3" /><Relationship Type="http://schemas.openxmlformats.org/officeDocument/2006/relationships/notesSlide" Target="/ppt/notesSlides/notesSlide15.xml" Id="R5fba4c17ccfe403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98ff400af40eb" /><Relationship Type="http://schemas.openxmlformats.org/officeDocument/2006/relationships/hyperlink" Target="https://codearts.huaweicloud.com/pricing.html" TargetMode="External" Id="R79ad7cfa8aab4713" /><Relationship Type="http://schemas.openxmlformats.org/officeDocument/2006/relationships/hyperlink" Target="https://docs.qoder.com/account/pricing" TargetMode="External" Id="R0af2882d55234c1b" /><Relationship Type="http://schemas.openxmlformats.org/officeDocument/2006/relationships/hyperlink" Target="https://cursor.com/pricing" TargetMode="External" Id="R986844864085419b" /><Relationship Type="http://schemas.openxmlformats.org/officeDocument/2006/relationships/hyperlink" Target="https://www.trae.ai/pricing" TargetMode="External" Id="Ra192df20d3ec4acc" /><Relationship Type="http://schemas.openxmlformats.org/officeDocument/2006/relationships/notesSlide" Target="/ppt/notesSlides/notesSlide16.xml" Id="R0f778b4ec4444e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760020632436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108E0-66CC-4621-99D3-3D38F807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97124-AE52-4E94-B86F-6F485186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61CF8-AC95-43F1-9CAB-65B18229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6F876-61FA-4B18-8DF0-4807584E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54636-B45E-4C0A-A63C-305418A1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F90B0-8865-4BBB-8090-2BE10010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D9DFD-BF94-4FC6-B3A0-0A3C6628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8012E-9A56-4F17-B992-3AD9B427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0D967-C400-460F-8EEC-90B34835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70ABB-7C76-4383-8F83-E71A642F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42FC2-A6CE-468C-9C0D-23849B03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6EF9-108E-42BC-9A0D-DF3C7ABD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074DE-9382-4B72-826A-8BEBA4FC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579F48-FEC0-4AB2-B2F5-29F4C185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648DA-4047-41F9-9388-638D2D86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1E141-8508-4800-99F6-25D7D8B4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E20C7-4D86-4FEC-AB28-E71FFDB8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4F632-B405-45AB-A9BA-F4648EA8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ab9a943c7417b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5F3F6-2D87-4D41-8497-15D18DA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296025"/>
            <a:ext cx="2524125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HUAWEI 与华为标识为华为技术有限公司商标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D086F-BBE8-422A-8D24-F39AC72C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0077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AI Coding 工具能力赋能 · 华为企业解决方案风格版</a:t>
            </a:r>
          </a:p>
        </p:txBody>
      </p:sp>
    </p:spTree>
    <p:extLst>
      <p:ext uri="{BB962C8B-B14F-4D97-AF65-F5344CB8AC3E}">
        <p14:creationId xmlns:p14="http://schemas.microsoft.com/office/powerpoint/2010/main" val="1405292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061D6D-0127-4D08-985F-577FD0A5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89F42-2BA8-491F-BBF5-FC490864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能力分类总览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1E49E-2128-4F98-A5A6-D7FB1133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2D8D1-DB67-4C73-ACAA-2CFDA7CB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6E312-A16B-4A35-8AA4-2B476253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48FF0-C9CD-48FE-9A56-2F1BE619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38083-2444-4738-B38F-4D07A4B2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CE0F9-7461-405B-AA15-D955BE51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171E6-FFCF-46BD-9595-52974458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A7665-D79D-4C46-9D69-BDC0C120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60C68-F0DA-4979-8DCA-7CB7E61E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59427-A09A-421A-8B10-AC6F4CC3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CA0BD-0E27-4F9E-8CAF-8EC20776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0D4B8C-C2AD-4BE8-9F3B-5ED8F405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C5794-6532-496D-93A6-9C856450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10B5CF-10C9-4B3A-BE03-FA459D11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261C4-F4B8-49B2-B44B-35A33E96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DDBD04-BB12-4B44-9055-7BDFE76A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5B66C9-AAF1-4C5A-A7F2-EE2617D6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2EBCB-AC03-4112-9EA5-E0E3F4BB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3A1D32-9E4B-4BB0-BD4A-61F96737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C60F81-73FA-4DC6-BCAA-FE34C2C6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ABACB2-7B18-4137-9447-AC5D2238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DC778B-438E-4E2A-82D2-59F6A66F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043519-2C4B-4545-B44B-5AA44715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77015-FF18-4A44-9A7B-58526418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0DEEC4-6D35-4B45-9954-9898A769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7EFC11-28F5-41E4-825B-97053436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C3BFD1-13E8-4310-9314-CF9A1E27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0DA70F-E312-4E2D-B29F-9C176C9B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FD20F-B24B-4128-A6FF-E7C5ACBE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99E87D-0BDA-44C3-A12A-4C6E5E25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861E14-3A29-4CA7-B238-2C8692F9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9E5179-1ECA-4F08-B248-4566647F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BAEEFB-5248-42F7-BA03-C07FD488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3880AC-DB4D-4101-8311-1BF7E3F8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8e3d5a02c484100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b607be0f0a14e57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36eae4a539d49bf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e28cd8b7cd24986"/>
              </a:rPr>
              <a:t> · Codex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A9D0FC-867A-4B45-ACBD-CCF41D7F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14203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89A32F-FBE6-4473-96DB-826C37C1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FB6D3-2403-4DEC-BF31-0C6F0B23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Agentic Loop 工作原理总结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A5005-D195-4754-B878-94BBC7E9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AA093-7A70-4888-BC6A-9E0DDFD6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237d4470c41db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81DE5-431A-4B4C-9CA2-E103DACD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C559B-7AE2-4BA0-AB61-3829BF00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20E81-2143-42D1-A390-A551CA9E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911AA-2E12-4685-8D1B-D1EA4A3A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D8FA7-655C-43FE-A4BD-BDF5878D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A1E957-89EE-47F3-9B48-0C796DFF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0D9EA-57E8-45A8-9C63-BE98E9C3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F28B0-E5FB-46E3-834D-3A275B18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030BF4-B3E3-4524-A421-9F81B6CE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764268-EA16-4AFE-A47C-4520C16E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55E187-46BC-4017-9855-F7E05209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9B2AAE-28F7-4C8B-82EC-10772743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67D191-A916-4D68-B90E-A5392752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3961FD-9618-44A7-8A4E-E7DF29B3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A5FF8-B6A3-4C68-BD33-C015B862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DF89BB-37E4-4CCB-8BE9-5CB6189D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D7A6B1-BA99-4FA8-8619-7538A62C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5F1138-BBDF-4E6A-81CF-EF3211B5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3398AB-3059-448C-B6E1-F8C2D2E0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3A5D7F-13B8-4C78-8029-855267D0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35E691-C4D7-4AC2-9CF3-EC3F9A1D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815FCC-1B24-45BA-A0EC-FDCF9F2F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B8076F-7C07-459B-99BE-FC1623AF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86BCDA-C473-4606-9355-BAF4A1FF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4C8C74-A806-47E8-ADBC-C7B744BE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E70D67-C52A-4D7D-8E07-5997D9A7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B1023A-C7EA-421D-A9E9-969507E4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61B3CB-CA0B-41CB-9BE9-BFEBE298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DB9A3C-234D-43D9-BF56-EB1B5EE3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D99F01-2714-4B73-854B-972C2670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BF0640-5A4C-4339-A0EE-C0C96898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239B22-52DD-4E58-A813-6BCA3ECB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D5C87E-5339-41F1-87B3-04085E1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03848A-C78A-4F5B-8D78-7519DF47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8F9E2B-63A4-4CA3-BAE5-B723191F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83505C-09CB-45E3-80B8-9FBA9845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AB2641-8278-4E07-B076-3E1DE81F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85EF05-C667-4611-8F12-C59000BE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DED45B-CE26-4BAE-BC9E-46515942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B0F0A8-38A6-4EEE-9F24-85A779AE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4F3C18-6188-4F1E-B774-39C222D0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5F97894-300F-46E2-8775-BA3A96CD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F64EBD-7E57-4858-9785-574FF008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BF1E9D-1110-4D3C-B449-454E123C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F1DCD5-8067-416C-8334-56DE3812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0F60B0A-AE65-4B7A-AB15-F94218BB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4DFC14-2E82-4B81-86BD-E1290F9F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9FFD74-82C0-4C0D-BA98-CC516035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5978235-407A-4786-966D-353DEEBC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D9ABCE-EC5B-44F6-9C56-07504A2B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F36164F-1DEF-4F81-B02C-976A5F14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9F37ED-214F-418A-A1A2-3E35C38E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DE7459-CF97-4C8F-A33F-0A744DD4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6DAA78E-98EE-469F-9153-22326294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06E21B-A163-48BE-8449-8D8B7102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ffc64b7426241be"/>
              </a:rPr>
              <a:t>智谱：Coding Agent工作原理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760E41-6A74-4286-B51C-524D8317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417736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0E832A1-DD05-41A3-AD0D-DA7C035B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2EC62-C669-4FE9-9181-94C54834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Coding Agent 常见工作流总结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4A64D-2F4A-4564-A0A4-195FB1B4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F326E-85C7-4E95-AF14-95CE7F53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E310B-B087-4197-A1B6-E446DA0E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91889-988A-421A-9D01-7023F35E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20CDD-2E1F-49D8-9BA0-CD4D2957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F8187-62F8-46CE-81CC-8866C335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45393-C050-4AE1-A798-558A0A4C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D5A39-1642-46E9-9116-5D35D16E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58BA9-05DF-400B-BCB0-9E0CA0F7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23986-31B8-4FEA-9693-D914E427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D2B6D-2662-4A78-9301-5FC8C534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258C-FA4E-41AA-BF83-90B5181D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99F89-7EC6-48E1-A51D-3F857666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9A8A70-734C-4446-B3CC-C6484945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3E3FA9-6EAC-4FCE-B04D-6C83CAAD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AE633F-D8DC-4BFF-A095-8303D72A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425B1A-96DF-447B-AEBB-512BDC59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597297-4D1A-4854-B6D4-D6A6C480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0D8937-9C56-49DB-8AC4-6896E01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5CB4D0-4C8D-4E6F-BEDD-5F358250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12015C-13CB-40F7-ABA7-F707D280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209F26-1C4E-49FA-B52C-8D37CAEF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2F4F8-92D0-45CB-89E7-28BA1949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CA00E9-1985-473B-89AD-549202B6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DE731C-F7B5-4D1F-99B0-7D07DB13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0EEB89-4C6A-4C93-AE09-CB5573CC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BEB405-79B7-471E-9FFF-99C8206B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5C5879-E343-45AA-AF1E-D49D26BB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30F7E9-8C02-4293-95F3-50290260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1CAE09-D014-42C6-8AEA-793BAA2D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4B35AD-3E81-47B3-B7F9-0FDB8A3D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F9E652-A929-4788-9073-2CF8D539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C005F6-4FE6-44E0-9CA5-0C9390D6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42E3F2-2124-4416-A2DE-61BBE504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BB1717-6659-4095-A548-4F1C519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F64C01-3E5E-45FB-82D1-6FDF61AC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14B6F5-6A6F-4245-A8C1-8FC16936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A4062E-1233-4018-820F-4BBC167D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DB38C6-18A9-4FF8-9AE2-1B142E83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020BC8-ED73-479C-844B-A8BB596A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BD71F3-273E-495E-8524-1FD2D18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F011F7-B20C-4310-AC54-03B13F49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C07F37-0F82-4034-BC26-56262E61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64BA28-A621-4ED0-8D61-31F875EC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8F5B3E-805A-4AFF-A34D-565911D4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F0B290C-4943-4BCF-B057-3A448008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C110ED-883D-48A4-9ED0-0AA4C7DD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30E76B-FBAB-4D93-8328-EEBF6EBE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78D6B26-F398-4553-ACD3-B7CDDDA5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F27EC7-AA13-41EE-BD73-11BEF0A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656F75-745E-4C3C-ACB4-EB326F18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9D9E41E-E050-4048-A1A8-B00A8971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5A5DBB-EB2B-4103-B8BC-AFB33D28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AAD844-5AB0-4D47-8F47-5A5F1EAD3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83958A-5D67-4483-BD74-32CE61FA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D8056D-6A1F-4D43-ACB0-A13E3DA8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629A75-7A63-4DC8-9C6A-28C4EA1C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F55CDF7-B5FF-489D-8A77-59199F4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573D50-81DD-41B3-852D-ACCC99C1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F4A10E-9E84-4A40-B039-E0B5F94D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DDD3028-EDEB-4CA5-96A3-84355AB4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CDD8F7C-2131-4C6A-8FA2-19602046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38C5243-FCB5-4515-A741-2E73C3AB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4DF628-5BE6-4483-8417-BFBEB524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7b8622a59464359"/>
              </a:rPr>
              <a:t>智谱：常用工作流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BF476DF-F8E0-45B2-9D66-9E7AB2D8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707584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8BE5923-82F0-49F2-B17D-A4F71067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CA525-B44A-4B67-B79F-E3AF1EF9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Codebase及CodeWiki技术深入分析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47B72-A14E-482B-8F2C-21ED69FF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5B8189-4A21-4E55-856C-1393B404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EB1EB-F649-4F82-AF5A-4DA0AAF1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5BE9B-4295-4125-B4C5-8DB3B719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8F83F-46FA-4329-B5E5-BA07E7CA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614D2-2B18-4AC8-AB15-B51F0FD9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D5066-6124-40DF-BD4A-1B9A782E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77BBB-9312-4106-A490-2D9FD93C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E0B79-1725-4F29-B65C-1D32B848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E6345-30A7-4B6D-81C6-47ADEA65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3991A-7CDA-49D9-B71D-EBBFC97B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D48CB-70BE-46C9-873C-5B68EAAC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2121B5-EC06-4F78-926F-C32DA17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D92A8-4879-456D-93E9-A2339DD1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28341-8B5E-469B-94B8-C6DAC5D0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BCB432-8219-41EA-B533-69FA6F1B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5BF770-AF30-4C11-8C7D-52D5A64A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999452-9729-4C53-A421-EAF53AD8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85B2CB-A15C-4781-A3F7-E4CB774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A4188B-0AB9-45F0-B6CF-E5C8F30C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9F8EAF-A2E3-4FBE-8C6C-2561DB3F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B23E5D-0A17-4D79-8AD1-1A44D4AD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C5594C-C0D9-41E7-A367-96CDE715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BD9A7A-CFA2-4E31-9A80-3021201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E31E33-E64B-495F-9E67-2075D051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49EE0E-676D-4111-BB91-84C49C58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F066D8-BEAB-469D-9DB1-4C13E4F4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3D085B-F1B9-46F4-8C26-D2704CC2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33F9AC-4C8C-4E53-BE80-D14B205C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08924A-EFF9-475E-8316-0448F2CE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FE59FE-089F-41AD-89A8-0F4FC5C9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ECA7CE-8893-4724-BE10-94DC26A1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11AA74-9C0C-499E-9328-E8073373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7503E0-CC6C-4F1E-9B2B-BF12D69F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B90F8C-11E9-4189-8C8C-E9F45210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84C544-52A5-4203-8F37-35278BBC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3CE5AD-E8BC-4CBC-A565-49716A0E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2E1552-F0FF-4F44-B181-6E1FC024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B1D9EF-15A2-41CF-883A-682814E1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55B151-BBD5-401C-B142-2E347548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E4B2E7-E064-4B13-B703-4B45C0A5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00C2A3-8604-4708-8312-1241D5A8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621265-9908-4033-BADF-3E2DEA41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16A30C-024B-4E73-A4B8-164E7F02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990FDF-0953-4CE5-A0BB-9D07C15F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4110811-F431-4A8B-B7A0-DD3A7368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E92793-6BCF-4AB5-98E7-7BDD6DBD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583EF3-FA69-4C29-BCB4-CB948B01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03C1820-7DEB-4F7F-8D80-22054D4B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EE9D70-6FCE-4430-8D1F-2E92754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4109783-6F3F-4484-9D07-0BF0E559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7DF6288-C8B0-467E-90BC-D089A06A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691F219-1C02-4426-B510-6709E961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7BF63FB-4719-4433-BA33-55A531B1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A251BE3-BBCB-464E-8C54-903C26B4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4FFCF5E-1320-4C75-B691-F052C0D2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32C3619-DF3D-4681-BF40-79518990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E8211E1-CB6E-4D5F-9EB7-850F81D4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D927E2-A450-4CFB-95CC-68F17F72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0AFF355-CA69-43C7-8B8A-9720237B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796BAC-1A2F-44AF-AB9F-46953174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0B9EEE2-5221-4044-832C-232626AC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1D4471-BCB9-4E83-BAD9-5FEC3EE0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EF6ABF-B80A-4648-81AA-9571AB39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798863F-C040-4D98-ACBF-EE04901D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CC208E8-6FE5-45A9-985E-E119F204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91B2DCF-4DD0-467B-BD18-A184F139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368EBA0-5397-4706-85A8-B50474F4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C402140-CF08-46FA-8DCD-BE59AF73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C7516B4-E286-4CAB-AF7A-6C748910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EA9023-85C0-421D-AA28-D7DFF3A9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87CDE0-9CD4-48B0-A653-64888D5E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71A011C-2022-4CEA-A9FA-E2837412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98E334-9EEC-40A9-AC71-F9D51129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4584E68-E3DD-4945-A27F-C015E08C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DE8C10B-74FE-49CF-93A1-3335B21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74AE549-8773-480F-B891-DF75D23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C2586ED-AC09-4E55-821F-B177F159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39a7c015c4f4b67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5f40506192545cc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4cd249386b94ed2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a6c53857c524c76"/>
              </a:rPr>
              <a:t> · QMind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520EA81-6712-4843-9B83-F1A40825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13726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D56B6C-DE0F-47E1-9588-E4DED3E0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25C1C9-9979-41B5-B21C-E3DBB6CE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知识引擎的实践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D4810-442C-41D5-9240-498626E5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74FDF-219F-48A1-9332-C8B0392B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f2971d57646f6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B603D-C9A1-4790-880A-FADE3DE2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F4D46-0081-475D-870B-911E5099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8D6FA2-B08D-41D1-9B12-BC68D167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97D42-0439-491E-B1D0-A23DD610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09471-E9CF-4FF7-AE25-38139C60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8CC6-06A8-4250-8BC9-43D6BDDC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B3321-89F7-4640-B5F4-595E8253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B2543-F462-4EA6-8BD1-F6AF82B0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BF023-90C6-4C84-8A12-816E477D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09608-19DA-40FC-BE09-C4395346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E71DC7-5A41-4321-A22F-EF3FC872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F83E2-C08C-484E-8CAC-E1FD787B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CC83E-C7C7-48A6-B2E5-8C7A2F2E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D24F5-4AFB-4371-8B82-8C5814BC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1BDCA-3248-4B43-AAB5-49CFB42E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139FEF-B143-48E9-A09A-9203FD04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CEFE08-BA7C-496D-BED2-7012C82F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74F26-71A5-4F63-A246-046D449D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C3FB1-E554-490B-8B6E-DCBD7570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D988C3-49C0-409A-9F68-8CF1000A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C8F5E0-ED60-4953-A361-7F840783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8B50B-B4EB-42C2-AB63-914F437D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A81CEE-BFFB-47B5-AC15-FCD65378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683718-D0C8-44DD-8384-F2BBE661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AA3D4B-8C66-4346-A1A3-7499B5C8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034475-E5D0-4280-848B-18E9B9AA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6EABE3-A387-42E4-97D8-439B7AAA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FBCAC2-E57E-40AE-9766-332CA9BB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5DB8FF-CC94-46C2-BB7A-454E2D15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3bb65b145464f75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08be64c684841df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5e375c9232d4018"/>
              </a:rPr>
              <a:t> · 码道 Codebase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D1263D-0F70-4422-BCD0-BD08023D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906774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C0FEC09-A838-4916-991E-2B0DFA55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10D50-3FA3-47D7-8532-29A9D66B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Workflow、Goal、SDD、Solo、Quest深入对比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9A4A9-2295-4FF9-8D1F-A5E334B1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1CA32-0358-4F5A-A92F-A29A65B0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D506E-D4E8-4858-9BF8-96EA6359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95F3E-9B2A-4754-9C88-28F3B462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3A161-3868-4C8D-8890-3211F7E1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51275-E88D-4CEA-8347-EF027FE1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7DFD4-DDD5-4C95-B191-E8AF7416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0804F-A8D7-4B18-92CC-B303ADD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09ECB-97B5-401F-ABF0-75145DEA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536EE-B5B6-46B1-BA91-DCF6FE95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8E33C-29A3-4E08-AD5F-27D99561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E5034-37A6-45FD-89EC-C4707A7D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08905-9F88-4DE3-A091-1B3BDEED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EC781-B1B7-4D72-8299-CBB6BCE3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567A73-F271-4A8D-9371-0FE96A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083983-4F47-4C79-B3FC-72F35CB1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BA4F74-D79E-49A9-8127-5DC6EA70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FA441-678F-45B6-A34A-C5355552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93EF71-4399-4EBD-8367-4F44ADFC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26D551-4799-4099-8EC0-0FF0492F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036D0-866B-48A0-AD01-90EA5F45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7D7B7E-7E34-4EE0-8D4B-4CFBF16F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94A5D5-EBB2-419E-A516-D29D38DA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1DCDCE-4F64-41E1-B0B4-15EB81E5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BB2A11-706F-41E6-9172-CAE4DCEB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670DEB-C43F-495E-B13B-28B66BB7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0AFD57-8B20-4C73-942B-6C921F35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736501-2428-48BF-AF8F-5A90EBAC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F35442-82CB-4E43-B5E7-B3FD2048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2AD32F-3F2F-47FC-BCC5-711E2E9F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B5716E-5865-4C50-90D7-6F36B30D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7C487B-DB11-4F7D-9A77-7B630BFF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17280F-DDBC-44B9-932F-00C6B7D3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F143C2-99E2-4423-8574-DA4BBA6C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C98E57-413A-44FC-9C43-E097B5E9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105898-D125-49F7-AF80-7E4F633A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90C722-8071-4F93-8875-1C09CC88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552769-3619-4EDF-8A1C-74BEB7FC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52246E-AF04-4D37-97F4-D8A47BD6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9645E1-058C-4AD1-9E69-FC877CBD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D3CC18-6AD2-4335-BB47-A0C045A7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94EC9E-6E3A-4A28-AA89-D3899107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07D095-4EDE-4EFD-A921-CB4F97F7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A3D73B-93D8-402F-9714-77C2EEBC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DD0091-0562-4FD9-9AA3-6D889E6D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3B9530-B731-4A4F-9B95-575524BB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7CD171-FEFE-4846-8504-93A8BC82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0CFA20-4756-4462-ACFC-6012927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8D9C950-0AC8-4014-889B-A6DCA39E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ABAEA1C-AC7F-40D1-A1FF-2C5C075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267E36-C7F1-4757-A58C-BEDF025F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89CF32-957C-43FD-A94C-72AB8936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32EF99E-DABE-4494-9C31-C0CC4DDB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2FA7CBA-7CBA-4442-A3E9-C04462D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55ED74A-8A04-4D61-A89B-0B835038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1C1645A-CEA0-46F4-A9E2-B8F11CEE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F480B7-2556-4BE6-B37D-3137CAA8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9D9CC6-5BE7-449A-836D-6742B819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7681F72-E6BF-4346-BED6-217A3FB1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698CE2-2859-488E-AB4A-57815A39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80F25F7-6EB9-4505-BC76-095EA0A4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AE0259-AB20-4777-A52C-732F5A2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AC97663-312F-4C89-A77E-A52F77F5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91112F-101E-4925-8871-1B25F2FC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93C9F67-9B83-494D-BD1F-4E2168E5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2C3E2E0-D50C-4C1F-A9E9-6A2BA7CF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AED673-3889-498F-8FA5-B17198C2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65FD57D-3AD8-4AE7-B4F4-2E7E0B15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C49A7B8-C279-40C2-BD7E-0590079C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FE2FE53-20AA-4A3B-9D3C-E5B8D966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E75C0C-5DEE-48A8-B33F-70842CCD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4E5527-802A-4AE7-9851-AE57605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C88385B-F321-4065-B1A6-407B7BFF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BD3560F-5CD6-455A-8D69-4DDB8FC3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489BCEC-71AF-4B14-B142-D2162044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8915F4-6FF6-42A6-B390-22DED8BD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12CC550-5DC0-421C-BB7D-AA5C1F7A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0A8DEB4-73D6-4097-A961-E8985A28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0CDA90B-E645-41B8-8FD3-3BEA8FCC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E617F71-F678-4020-A816-7A2C5BCD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2384E03-273D-4F0F-914A-85888BDF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4E35D0F-9C6D-42C3-8D4E-C1D9AF6A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9C119E7-3789-437D-B59A-2A41A7FC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09223D-7AEA-41A5-938F-EB184473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F43FBE1-18F2-4E1B-8566-7D77288B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2DD92CC-D3AB-48BC-817C-A59C6710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ECBF4E7-23D7-4C55-8FF1-8405F2E3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201A47E-5C36-4712-8965-F024BC0D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B640432-5967-4DA2-B16D-440E7A14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573D042-229A-4776-A613-F201F397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9801D31-B694-475E-91DA-1097D6D4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0ce5434b9724fd4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8902451a5ad46a3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cf3a4d37db54d7d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bc6a1e784204ac9"/>
              </a:rPr>
              <a:t> · Trae SOLO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B25AB28-06C6-4F3F-B76D-F24EEF3A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9519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F4A1B5-AF19-44E5-90BF-D7FA9988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80F79-8B9E-4BC9-980E-E7AEA709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多Agent协作技术深入分析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364CA-3DCC-426A-9122-5E796EC6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23323-6DA9-49C9-AD02-824C0991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96A56-2F91-4DC7-99DB-7908D6D1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0345F-63B8-44B6-AA20-C81F89DA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A4DAD-E56C-4F66-A8E3-EA44AF8D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1C0758-7508-4AC6-AB5A-047CA09E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1634E-C1AA-488A-8164-54AD8D35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6A011-DB01-4DA3-96A6-87D70D25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75E38E-41FE-44F2-8509-BE76CFD9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8AB85-07AD-4FAE-AF16-00E198C1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0E2DF-7369-485F-9807-62CB06B2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121060-F0A2-4084-B7B8-33E3C7D7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65C214-B88C-42AC-8F88-C3EFE5C3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3AE3B6-02F4-46EB-B8EC-ED41850C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8167F-F0E1-40E3-8E8E-E1F63E37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A9F2C-6691-40EE-96B0-83F3A7E1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1000A-BCC0-429B-A740-8421223C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CDCF17-AC9B-4006-B24F-CFE76CEB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4E0B2D-4108-4DE2-B8DE-A2504FF7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1BF23F-FFE8-4631-89D8-A9B6F062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D50EC-A58B-48A9-9C07-8C7C0A1E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7575AD-65EB-45EF-A25A-9967E171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9B048D-6B09-4974-BD34-69D08116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0E712E-4804-404A-86B7-2A6B4994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848520-18DB-4845-BD0E-0D004231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AAB08B-4D67-4EFB-8A4E-27DD52B8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CCCCE3-C625-4EE5-A04F-15FD39A4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91521A-DEB9-4467-AC0C-B37CF07D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B58658-7892-4B8D-AF4D-BFB1D6AB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1236C5-6FCC-409F-8473-27AC045A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A79A0F-F704-45F8-A8B0-5D4586E8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54CAEC-EED7-4CAD-8039-5D0CE04C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E8052B-547B-48C4-8C0A-48A01844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D031FE-F1AB-4EBA-B679-C8F07E39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82CFF2-AFCB-4683-9605-FEFF85D0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094159-C120-42BB-8F5B-5A9089CE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421F0F-5B28-45C2-B901-65B8AD77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A6A7BF-4406-4349-B7B2-638D2C60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b170ef12ed843ed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41ee72756a8433f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0d19ea36e6544d5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798a072a4334844"/>
              </a:rPr>
              <a:t> · 码道 AgentTeam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3A17E2-FAC4-4A8D-991B-54C8C58C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654585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44C264-C5C9-4E81-A1AD-8792FC27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91D3D-0C96-47F9-AB0A-F1FD40D3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产品 OpenSpec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F5DC8-952E-4DE9-B430-6FCAD002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0BC2A-B424-4603-B243-6F3C3BC1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71D5D-8555-4E25-BFCA-BDCAA908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39FFD-0AB7-4650-A156-2E150555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BE5AE-4D29-458D-A0CD-C42065C8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2968E-60D3-4EE0-AE3A-A22DE8ED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4D42DC-AEC9-4830-BF8E-6152D677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677C97-435B-41A7-A095-5515F709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21BB0-C978-4941-9780-1571EF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51DEC-3CA5-4D4F-8317-BD546D35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CE64E-7713-4FA3-A6D3-7BA34D41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0129B-C130-4722-873D-830FBB10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4D57A1-B0C7-4F6A-895E-758712F8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2F4B64-4F1F-475C-8AF0-5BBE67EC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12A08C-7FA4-4E1F-B1DB-A784DAC8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23686E-C5A8-4B2C-847D-5B39CA8B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4F53E-3E75-4E9A-9130-FBD39C53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280638-E878-406A-9FBD-95B9C3DB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8FD283-014A-4C7E-9E03-F1536D04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851578-62D3-4F44-9F5C-B72D19C5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47006-1738-4811-A9CA-D8251F54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329330-294F-4E91-95AB-17329942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08329E-A168-4595-8C16-38D16122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F0CFBE-F26F-4A56-8E20-A930248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A105BC-85F0-44F6-85D2-FE894D68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239FCF-38B1-4BCD-8BFA-2DD9F21E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CD94BE-DEDE-47FD-9030-63B9ACBA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C616D4-4F19-4463-A5E8-4B2B4AB1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9406B7-413B-4C56-B605-E3586680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B691B3-D58C-415B-BAFC-0886AF4F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FF3931-5327-44E3-97A1-0650C03C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AF0309-2F94-4DBD-B510-155EC023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65624D-DBA8-49EF-8FDB-B8369712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DB1A64-4E69-4F9E-8FB5-B43A867B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4fe4f1a349a4c30"/>
              </a:rPr>
              <a:t>OpenSpec GitHub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9C17FF-2023-43D4-BDF1-D64E4693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213772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20823DD-697E-4322-85D8-E101142A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A08C4-1E80-4D8B-B949-F9B383BD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09  产品 Superpowers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BF7D9-4AD6-4D55-A565-3C9C9C4A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07AF8-EFBF-4AC8-9C49-D36DCC91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362CF-3DA0-47E5-8412-CE1D9A83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AFEA3-C048-4849-BCBA-3C52C09B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294CD-4B28-4E53-8DE3-D23E2F79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7A6B7-C7F9-48E2-9E8E-922B21EB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006BE3-AE72-400B-9758-7656B19C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28C0C8-ED01-48AF-969B-022DCF2C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6372E-B561-4C6C-95CF-EC6E040B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1B1EE-DE17-4483-B87E-4FD15CC6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182D-7D3C-47D7-B698-D1BD683F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9AC96-CDF9-40E5-B733-46152F39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34FE4-420E-442C-8C3B-97E10506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558E0-83BF-4DCD-A6CF-63F63C7B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CF4B2F-CD66-4D81-9286-1F2753BA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FCD31-B691-4FEE-8781-5BA418D7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2B5CEC-2162-46B5-B9B2-F004B54C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01F9AD-609E-4D8E-879A-CEAC986F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F1D687-FC61-41C8-B4C6-156A4E0F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894115-24ED-4C0D-A3D4-8085470D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9A6522-09E3-47CE-8A90-8F21CE9E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000FAC-BC41-4367-8FC9-63F2132D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029BFC-487E-4BBA-BE70-244CCF30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E844D-741B-49C5-B99E-22A28AF5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997D6E-C03C-467C-8A4B-37D53972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C54F93-55BC-4FCB-AC0B-C38E90D7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C04BF1-1C00-46F3-BB7C-CA665DF5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3F60D3-7A95-4605-AC14-B54E0D3E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6F91C3-A511-45A4-8D07-FE7BBA30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6412C3-AC02-4245-A1D0-AE0B3B2E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ABB2BE-25F8-4C58-BD2A-E64A79E1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0A5364-19B1-4330-AA1F-A54AFF1F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C38AF-A9B6-467D-AF0E-50D9A426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D8F62C-3813-44CF-AB4C-4504D097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41C909-3E95-4199-8313-22AB9393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D74EF6-A01E-4C3F-99EA-215329F2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963BF9-187F-4EBE-AF7B-6645906E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F1376E-A7CD-4583-B168-A575F01D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B7480F-0353-4559-A617-826428A1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5B7B17-3C61-4F81-B72C-B5E7F0E7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EF96CD-AF01-47C9-9D6D-028F52BD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22C924-17B1-46AC-8051-7AAA5B9C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194553-5FD1-4075-97F9-D2B47F34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565E27-F3E1-459F-A3FE-747C6D07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9B9BD5-F0C3-43A8-9530-3D218AA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3D795E-E643-4872-B696-317487D4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1C3D2F8-7817-44EC-A0F7-24BAF9C2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912617-4173-437F-A928-3A3A3D74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6801C9-AB48-415B-B167-333FE055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A345A9-04E3-43E5-BEED-A3045DCF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E64675-4E75-45AE-AD3B-07E4E421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063A24-7BCC-46D1-BEF4-DEF511CD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29A2CBA-90A5-48E2-B11C-4DBE8FA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16757C-1C65-4102-B693-6C415C86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3EB64E-D5F1-495E-B6C8-008B70EB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07581BD-6CF9-41E2-AAD9-6D600C45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3275D0-9259-47B1-A952-8C6D3866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C788FC-A9B5-4B47-899E-9026A19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D672B3-1618-48D8-A3A7-CE8213A7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58B3CEF-E10E-4F6F-A671-686B2A40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47372E-8896-4698-A5AC-4797F0C3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04664A-474D-49F5-8677-45E222DF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B073ABC-629E-4CAC-9D63-FC39ACE0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648CA1B-3470-40A5-9C0B-FCB2EF23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ECB08C-169C-4A83-AE60-144E4C93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2EA86A1-86ED-4B04-917A-BE2E5A09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9F8E45-2F6A-4169-B33C-7A2BFA48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2DAA2A7-87B4-4166-961F-F0A653A2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16a00398dd7419b"/>
              </a:rPr>
              <a:t>Superpowers GitHub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FA4FD3A-A4F6-4EF1-8408-58F4CB39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579193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825E464-34DF-4773-8AA7-388EC299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7781F-C380-4BD4-B95D-D6542ECB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10  存量项目重写的实践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C39C7-3E0D-4A97-A681-CB801ED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9B323-28CF-4350-9191-F095EFAD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a06067c2f4132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60E90-88F0-46C6-A86D-6D66AE33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FDB75-7373-4BCE-8631-0AAF7CE9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CE809-CB8C-4A11-B381-BE8DCE60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18625-57DE-447B-A461-B41749BE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D2298-FD03-486A-B9C1-AB442A66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38711-502D-4FDE-99D0-3E166012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5CC9B-7287-4451-A011-E630E787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A5554-8CFA-406F-A1FB-024E63FC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CA2A9-AFB2-415F-888E-A6AB1E16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3CB535-DF7A-4416-AF94-C1FA4D07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61652-BF8B-4891-8180-387F7DB8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802A55-4CF2-46F6-9272-E1E4C049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EDCC33-E83F-44F3-A16A-D6C7063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AB381-1975-472C-B3AE-A6F48464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72F2C1-B4A0-4EBB-BE63-6AAF9DC3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160864-B457-4B56-888D-53BC8F43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DC6D3D-510D-4055-A3EF-BF1FD28C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CED4F0-58F8-4C8C-AF15-729C5853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454B83-CFB5-4B41-8E5D-3DD769E0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D656D-5651-492F-9FDC-5D9E490F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0455E7-DFAD-4711-AB06-23B428E1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FDD579-689E-4386-AF6C-43DBFB01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2418AC-5954-448B-8647-0FE1DAE9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4EDAB4-48AD-4103-ACC8-C6C2140B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3428CC-D69D-43E8-BD06-FB3BCF65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392B14-71DC-450F-BAEB-9E7757E1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DB0252-8885-46FA-A15B-DAE26935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D4A8C4-050A-494D-8654-E6D0935F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DC6CB0-215E-4946-BE1A-F0658144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72190D-6316-4DEA-A9CC-2FE1FEA5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5FEDCA-B5A9-4946-A427-8FA93E58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93AF5D-D8CF-4937-B738-3D31C596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1A71C1-8599-4D80-8CEF-B5FA6B3F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B95002-FC9B-4D35-AD26-D25EBABB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A3B497-240A-4B75-8C52-BC138743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C7313E-2CEE-4BA7-8425-B3AC6494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4E2885-2DED-47AE-8169-D24DCE99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9C3DB9-0FB2-4A50-B460-5542C3CF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73C0CD-B14C-4B6C-8926-889D6D47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4135C7-92B6-46E4-86D6-25E5F14D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1F2D08-D33D-4C73-B61B-43C80CFC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B9F4C2-411F-4EDA-8E5B-B49EFCCE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AFC3B1-6652-4DFE-9865-BB1A73B1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3E6635-FE13-46FE-B23A-2C9BC06F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B1DF20-C0CC-4B55-A435-DFDB1F3D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689231-1E45-43EF-8612-CD2C467F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EBDC910-9696-4E68-B45F-A29CAD12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32D8631-6D80-4971-9D2E-44048AC3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03743F8-8F5C-4B2F-9BB4-64A4CEED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9308D2-C5CA-4E16-BB54-7232C08B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4DA4DE-532B-4D65-B68F-DC50B820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9E956C6-1D2C-45EC-828E-9E08AF18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8A442BA-9BC9-4D10-9E87-215C6912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D024E51-1311-43A5-B53D-CE8C96ED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1B160D2-35BC-4733-8A4D-98D245DC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DE27742-FD78-4EA8-834C-C8C4FF08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6E9527-F9DE-475A-AA73-0DCE6265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FFFB03-8EAC-42A7-BABA-9BC60EC9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F2E9B9-C440-4862-8748-E028F95C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1578870-4E84-4E6C-99BF-5B99E22C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3BD06CB-DED9-4139-8C9A-1C199E32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E5C1D9D-0D89-49EC-BB8C-8F9D281F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04E74A6-90C7-429D-9F36-89949404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768F56-B9CF-41C2-8488-D52ACDEC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95984C-29FA-44CC-BE19-A1807EDB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CFBAB8-28C7-4E4C-96DE-4FD6E736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DC19F7B-430B-43D9-8B02-266A021F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F8AD55-090D-4787-B382-FB09DA31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D5CDFAB-8416-45EB-89ED-70FF8DC2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cc613f837274186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c74672a285c486a"/>
              </a:rPr>
              <a:t> · Quest Worktree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0CBA782-E682-4A8B-AB39-AA0DCA5E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862052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C64B29-B004-4446-823F-6BE14A6B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0E532-36C6-472F-97C0-CEB1887B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11  最佳实践：Figma插件对接原型验证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7E62D2-73DB-4124-A975-59032738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8A639-35A8-40A0-81B2-B3BF2FC0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aadd9ac14d4c64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818AF-811A-4755-9C9E-6E3F3712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3FBA7A-314C-496F-96B0-F17A2760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77FCE-D952-42CD-94BC-24F300E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C0F27-93A3-49C8-B8B6-9AF0922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47552-B646-45F6-9A5D-B8F33D1B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62DDF-3197-45E7-9606-72B0A725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6C0E6-3226-4650-9925-482C58E23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57A9F6-6F5E-462E-B06F-5B55017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58CB1-4422-4CBB-9820-1FA5D917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13E2C6-2A5E-4079-BC7D-DCA4255E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2AE27D-9819-471C-9F55-CFDE8EFE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02233-31BE-46B1-B295-0BB4EFEA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66F4AA-2064-456E-A6A4-C8BF0A52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5D6E5-12CB-4AE3-8B41-2B1C1BDA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1F56E-AD1E-4927-96B6-1475B21C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127B9-395C-4DE5-AECA-8D958A4A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0F2F3-5F8D-4A4C-9707-B81B1CFA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4D1E9-88BD-4E58-99F3-9428668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12F2D4-AE64-406A-8614-D9BB658D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3714BA-4312-464A-B79F-2AA48671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84F6EC-5797-4646-8309-1633BEA4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916B3-044C-4CE6-8308-9E4AA15D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43C519-81E8-48E3-96C6-C8194EB8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2C7180-2704-41E6-B7B9-E5C9AA6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78E49B-D201-4F47-AE56-EBDBB375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DA3EFB-1BF0-464D-A167-372969C0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A9AB85-98A8-4C4B-AA26-676B3C47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4D39E0-E286-48E3-BCB3-28CD359E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840412-2BF0-4CDA-B99F-51608CCC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748F5E-ED53-4823-B895-B794C2F2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618119-2E1A-4016-8C18-7AAA583A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8F67D5-1178-471C-99C9-DD01791C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6E5D64-483A-4972-84CE-15615278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3FAD22-8A23-496B-B017-BD35BA7F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9200EF-16B0-4F6A-A4D7-81D51FAF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658AC9-4CE8-4C93-BF72-8F989E59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289C97-41D5-4328-B2C3-2FFEB883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D2A269-8E6E-47F2-8142-F4B5C8DB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6E6600-0805-4968-AA08-0C16DDFE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950FBB-EE7A-4B6E-A732-AC55E626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2c4ff18656f4c04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9f305cf072f466d"/>
              </a:rPr>
              <a:t> · Figma Dev 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0B3F2C-5745-432F-AF82-F56F20C4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228705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83E150E-65D8-436B-BB2C-36C18A77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417DD-30E6-488E-A9ED-A861D688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12  最佳实践：Browser Use进行UI测试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94DE1-CA43-4914-B183-5307D8F4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38A882-0F6B-4C07-9205-528C74C5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1670F-567E-4DB0-96DB-39B403CC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7D208-92C1-4EDB-8D0E-54E80B2B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AF877-F2B0-4F58-B9B2-0337D3BC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A2387-27EB-49EB-8B9F-46E9056C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44E5CB-0E7F-43A1-A900-16950B2D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3F8D2-D504-4FC8-8493-066E6052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F860D-7F39-449A-A866-ED91D31F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1057F-A054-4F12-B4B8-AC966F8E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7EA5D-1B0F-4A96-A64D-85B473A8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1C5FFE-3B75-493A-8C2D-9A688D84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11960-2E81-448D-B5DB-8DEB4A82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733979-5C88-4387-B860-482B6C09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D89CCC-FA8E-4A61-984D-FEDE63AE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12A13-785C-400B-9390-75BA7334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35753-3ECD-4F24-86B4-F2AA80FA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8EF9A9-1CFD-44FB-847A-7E445E42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ED311-AEDC-4D38-8C8F-D50E5896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FF53CA-4FEF-47E7-A8AB-3CA28611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721ED3-E5B9-4233-A648-5E79D901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426C29-A540-4117-88D1-0D22D96F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CC3759-09D5-4F56-A0E5-80CD461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46AF28-368A-490C-9629-87A95010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D8F30F-0DF3-44D0-8257-B12E80F5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F03A8F-3396-4230-9712-E2CE086B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C6ED70-FCC6-4152-97B9-9E06E86F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513473-B664-4186-B833-8F19D87D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C85ED9-3C4E-4E87-A697-7ADF4C92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C08BFF-FE6C-474D-B547-7CA5EDBA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B99BD3-7E31-47B7-9ADD-BE2BBD1F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4B27FB-7B8B-41C3-9BB9-8FA40F1A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07EDD8-C810-43B4-AE5C-83A8199D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28FD7A-64F8-462F-B87F-FA823475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BB8A19-0093-4200-A811-8BA371F0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C34B7C-707C-4E0C-968E-C97614F7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DC5CA0-9BAD-4C61-A7F5-E8E884B2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D72BCB-F8CC-4012-9A92-BF5A96DF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7007E0-7BA5-41B6-9F96-467BDF3D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55048F-9D3C-4316-BC64-7C4F086A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5F4DB6-0502-4706-B12E-FCA8B3DC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D3B5AA-17EB-4462-A734-D99E8ECA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7DF7D8-87CF-48E3-B878-57A30C75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CFE8D5-EBF7-4E45-9692-651B32C1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DA86D4-22B6-412C-8D46-465E6CCD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4F2FC8-9B9C-42B9-A93A-C8CF4CF3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37B7A4C-8704-4993-B9CA-FC273709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248303-A059-4C4A-A04F-58C63CBA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9110BA-2524-4EEE-965A-7CDD77E4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7D87F2-0AAC-4E4D-87AC-C92A5F85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D870DAA-0859-4CEC-AACA-A65F2335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82F8A0-25BE-417D-81F3-ED0B3E53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69D7D8-7D9D-4966-980A-5507AF8F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AB8D1B0-E53D-4E04-878B-E94C5965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DEF1E-0040-49EF-ACED-E1A0AADE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036D830-21F3-4267-AAC2-BE93F015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95C0371-4EE6-4FC5-800C-2BE9127D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5383336-D267-4B44-8FB9-0093E3BA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7B2B7FB-C15F-4784-BA92-595EF1AE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E2337FA-DDCE-4584-ACFF-5EADE079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886c3c4858b4db7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edd4786d5f244e6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dc55531305456a"/>
              </a:rPr>
              <a:t> · Playwright Best Practices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4C3E9D3-E4D4-4FF6-8B77-8D369B9A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907279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93CFD12-671F-4604-AB6C-99420E73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9DB81-5A17-43E7-B85B-29E6E192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13  最佳实践：如何省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89FB2-86F5-4025-B308-535C844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E5E3E6-C1FC-4ABC-B63C-87EF87BA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7D01E-214B-45D5-B846-8BF7D41D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DDFA1-59D5-4262-BF96-102516F3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2BC1C-0E11-4BD9-A6C1-5A37F8CD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B0F5C-3858-456B-A825-E986DDC5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05EB0-CDAD-4333-B0DF-4E4E6C09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D81F1-719E-4517-ADEB-B587AEDD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D8887-B434-4C85-967B-4E152837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2AB69-BB61-466E-BE05-4760701D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371B3-DDAD-4B9A-A137-59DE62ED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79083-0021-4E08-A3D1-264D8EC6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19581-33DC-4A64-8647-5CCE7B79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720069-CCE8-4E6B-A7E6-16B5D863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32A67-CCE0-4FDF-A199-6810D127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CA87C-C95A-43A3-A119-E8E58CE7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5E8C08-2C31-49DC-9FC2-8388FCC9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0CE47-9AE3-4BB0-BF6B-6ADE4083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BA5A8-9E96-4318-9C8E-157998EE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55F58-CC5B-46D0-AFD1-96F50C44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761DE-6AE8-46E6-91C5-4B30363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A055EB-00A6-46A3-8615-0779C5E2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6AED6A-AC13-4FDC-976D-38B5DE39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8891D-0AA8-446F-B9DC-893630CE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C89524-D49C-4DF4-A7FE-8DE5F141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BA53F8-7682-4F8C-B582-1B9A4609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F35BF3-B2BD-4F33-87E9-FDB0E693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3312B4-ECF6-49E5-91ED-D2289253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C46DAB-4BEB-4462-96BE-6F66D0D1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0CD773-7D8B-46B5-AA6C-07E427A3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2E1010-AF08-4A6C-8777-F2B7DFF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A604D5-A7DB-4B4D-BBAA-1A0DEBB6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033C5B-6264-41CC-937E-E3D24662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22F038-2C14-452D-A3ED-71CFBF37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D930A8-3BD7-4FC3-BB87-CAC6C2B5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9B498F-3CAA-4E33-B99C-AF3428BB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5220BC-7798-4AFB-9624-3493995F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29EB2C-A002-4F49-8B61-2610688E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F1764A-6CC6-4E95-8AAD-167ECC6F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61310F-9FE1-414B-BF87-2BDCCE9D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82E19D-5E37-4F04-9140-ABD39E94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1CF24B-FEBE-4834-B5A8-195189DB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EAF3F0-317B-4979-99F6-A8603DD7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E4B69F-FFE0-4825-BA8C-E19F5A03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B432A0-CCE9-4441-999C-9FBF7378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23F236-7170-4CEF-B4AD-5BA467C0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584256-8D96-4185-8AED-6297C744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52AFC2-8ADC-4317-B591-EC42964C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3D0913-6D2B-45A4-AD3C-522D7ABC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3F60501-F0AC-4CA4-BAC3-D3BDD532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7EFB1E8-3067-466A-B116-A761B4C7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C46FED-B4CE-4E1F-B4FE-9F3A5663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0211A3-0598-4D8E-A9A5-F1E16ADD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538DBD-852F-4CF0-A72C-94727721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3E64647-A9B2-4FB8-B2AB-62F2BCB7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78d181e0b2f417f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acdc56244144c56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37a563e08114438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412f71c9ba04c21"/>
              </a:rPr>
              <a:t> · Anthropic Prompt Caching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2989E9-E10D-49F5-9270-C3342739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464638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9F32B8F-978E-4CC6-A5A5-700239A6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98897-B5C4-4A44-9777-DFA77095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14  套餐差异总览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7D77E-704B-4676-8A43-E0C3BD49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47987-1949-4117-8A8E-CB5ACEA0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99E0E-9FAC-43A3-B5DB-77A93937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C4521-989B-4B82-ADBD-CB7BC63F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F0DB2-0E72-4598-ABB2-E02153CC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B8A44-9E19-4601-BFD7-83D2D34F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947C3-FBFF-42B8-9252-4C1F030F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C5297-BB6D-44C2-9E12-05E57558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68812-A9D3-4FAB-9A70-B04BA549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C63D1-1FDE-4BE3-B8F6-6AD24B13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CA602-4C58-4656-968F-29FBAECC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76A926-23B7-4464-B01D-870EE5A9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46E558-3616-494B-A228-4F738C55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35537D-B575-4859-934B-149339DC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882D0-F898-46B8-B03F-E018BA35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C97161-B471-4A09-9B3C-E1D5C89D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19AAB8-53E5-40D3-AC34-32B08E84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F580F6-BBFA-4167-83DF-9926CC5B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E19E1A-75D6-48A9-A82E-CF43161E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041FCB-0C0B-43B9-BB3E-8125C8BF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99597F-F195-4027-89DF-F01FB054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4CFE3C-2454-42F5-BF4E-D14F671D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AA1E85-B43D-4EA9-946C-CDACCD6E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A89098-6ACF-475A-9CD2-8E505ABA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BAE37D-DBE7-4E73-868F-508062CF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5A00AC-B54D-42B7-9836-EF88DF2F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970336-E568-4657-BE23-FDBBFCFC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A8FAB5-35FC-424B-8E07-F3C8ABCD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40D40F-64AA-4744-B441-7B371047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555FA-BB8B-49E9-A24D-FC58CF91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7F1414-15B5-4392-BE0C-9F7F76D7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8C0D4C-B430-4C98-998A-9743EDAD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0D13A2-AA4B-4ABA-9237-482F06A0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539BD6-F02B-4EB2-97DF-41E85FBA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2D95C7-893F-48F9-A70E-74CA1619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5AA203-5E72-4E18-8CED-21952709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B6A387-B2BE-45D0-9509-4A68DF8C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E9AD34-CD80-43DD-8997-8ABF8DE5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E1707F-AE88-4106-9C44-EBC8BFBB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C53002-BD3B-4344-8A30-9F5A320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197D1F-589B-4290-8487-B019279A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31FC1D-FF51-4956-A4BB-0A6DA9D2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6526AC-9761-4453-81D2-64BFE776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EC9128-5AC1-455F-936E-F14962B5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BBE3E6-8D79-4C8B-9ACA-EAD26F23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5AB35D-0562-40C8-84E1-FE926188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F495DE-9EB5-4B80-81F5-7F084F38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31CCC5-255A-4081-B172-B026BE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3F2508-DAAE-4479-8A80-DF46DF1E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EA7D66-9A25-400D-80C6-7FE78BFE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74DEB-5EAC-4876-B12C-FDF50AB4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278579B-2F16-4F87-BC5B-87F761A0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7483044-5AD5-4F00-BA0B-E283BC5B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DB06C9F-0E90-4858-8D43-AACF4BED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F21A88-52F2-4E42-830C-4DE9F5DA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E42C38-A8C3-43C9-AE5D-A2227C45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876B087-2F83-49E3-8C81-F5F3E8F7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A91290-AF6C-43BC-900B-D54DA25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22B30E-92AD-45DB-B086-8227D8EE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1A8F97-D14C-4045-B52A-F08FEC89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AE378CF-332D-4CC7-946A-EA7F2208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665EC6A-76ED-49C3-84DA-912C8492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67486116e3f4b15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0cce10ac9124d3d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6aaae94648a438b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35533a2c82149c3"/>
              </a:rPr>
              <a:t> · Codex Pricing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3341D8-EC9D-4EC5-B542-7529228A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91245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BBF713-61C4-428B-AC0A-9E5D7AA4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EB9CA-66A4-4070-8826-92D6F44D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15  计费对比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9861F9-0AD1-4361-A7DD-9BD758AB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D1085-1B0A-4813-98AB-89F22341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4F233-2E05-48C9-AFB5-06EF7FA9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7291F6-2894-4007-9937-1D14E502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81424-39FF-488D-AEF9-BBCAB7A3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D6DA75-8F2B-4084-9918-3836A14A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FB5ABB-B283-41BA-AAD8-B27FB993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6AA65-B90B-485C-A38F-18E96EB2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0D97D-FE7A-4E4F-910F-6B426760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7921A-785E-41F5-997B-0E110CD9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765135-83C9-4C41-8EEA-5D6CCDBA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06925-E550-43FD-89CF-208880A6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D489A5-BB0D-4F52-94E0-F4C2C7A3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DF465-25D8-4D01-884E-42E4401C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92329-5A7C-4C43-82E1-3A30B40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F0C51-2211-4E50-838C-687E8262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258881-0DB7-4032-8F49-C13D0427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D0C95-18E4-4C88-98B8-C038A867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71A8A-2317-4756-AAFF-128E00F2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F4BD89-3C75-45DE-854C-8AB07B3D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78DB6-425F-401C-817B-6C603989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160B61-9E07-4DB3-A5F6-E7646055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72F6D5-66CF-48E0-9465-8CC3D638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88C24-50C8-4CE2-B03B-7749D7CF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134A7B-685D-4F9A-895F-5B7C3E0C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0682C2-B639-4588-811E-D099D1EE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6B1F4A-A529-46F9-88B6-DF2B12DB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F3F251-32E8-40CC-BBEA-92894CC6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CA5413-914A-408D-9BE4-3371517F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2CDF3A-190B-42DD-AEE9-C83A9C7F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95E67-3BFE-4C6A-A4A9-F35378F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FCAE2D-F539-4AFB-8D2F-A0AA4D63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F5DB6A-B719-460D-A0A1-C8A19ECC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89474D-7CBE-4F0C-9422-78B5C4DE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D754D2-5641-4183-9C47-425D058F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F41B06-0627-48DC-A470-C3842F26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283C92-EB99-45E1-B4D3-D1C18AF7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66A016-41B1-44B6-83F3-786B7810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016926-F9B2-4E11-9DBE-0D62D403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005CEB-A60E-4D04-85AD-30493C52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366288-6192-4779-B26D-F2A0CF8E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BA1A7D-E379-4C02-8847-40894687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E014F-4DC4-423A-834F-B6798ACF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5F309C-2D51-4E91-9E89-1A7BE658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9ad7cfa8aab4713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af2882d55234c1b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86844864085419b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192df20d3ec4acc"/>
              </a:rPr>
              <a:t> · Trae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B5FC01-0833-47FB-A0C7-0A420AFA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83759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2026-07-23T03:51:33.5370000Z</dcterms:created>
  <dcterms:modified xsi:type="dcterms:W3CDTF">2026-07-23T03:51:33.5370000Z</dcterms:modified>
</coreProperties>
</file>