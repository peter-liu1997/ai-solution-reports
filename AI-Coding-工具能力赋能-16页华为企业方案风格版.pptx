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ad347faf0e464d" /><Relationship Type="http://schemas.openxmlformats.org/officeDocument/2006/relationships/extended-properties" Target="/docProps/app.xml" Id="Re055f83f89d14b23" /><Relationship Type="http://schemas.openxmlformats.org/officeDocument/2006/relationships/officeDocument" Target="/ppt/presentation.xml" Id="Rbebe30e4e5fe43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d5a25148a34a4a"/>
  </p:sldMasterIdLst>
  <p:notesMasterIdLst>
    <p:notesMasterId xmlns:r="http://schemas.openxmlformats.org/officeDocument/2006/relationships" r:id="R8c87efb8f7aa4fcf"/>
  </p:notesMasterIdLst>
  <p:sldIdLst>
    <p:sldId xmlns:r="http://schemas.openxmlformats.org/officeDocument/2006/relationships" id="256" r:id="R59cb555cdf3840a4"/>
    <p:sldId xmlns:r="http://schemas.openxmlformats.org/officeDocument/2006/relationships" id="257" r:id="R4d188e043c1a4688"/>
    <p:sldId xmlns:r="http://schemas.openxmlformats.org/officeDocument/2006/relationships" id="258" r:id="Re703d830519c4ca1"/>
    <p:sldId xmlns:r="http://schemas.openxmlformats.org/officeDocument/2006/relationships" id="259" r:id="Rf2bad275575d4a6f"/>
    <p:sldId xmlns:r="http://schemas.openxmlformats.org/officeDocument/2006/relationships" id="260" r:id="R1a7313ccec4846b2"/>
    <p:sldId xmlns:r="http://schemas.openxmlformats.org/officeDocument/2006/relationships" id="261" r:id="R899930a77f744973"/>
    <p:sldId xmlns:r="http://schemas.openxmlformats.org/officeDocument/2006/relationships" id="262" r:id="R83724a8dceab4b27"/>
    <p:sldId xmlns:r="http://schemas.openxmlformats.org/officeDocument/2006/relationships" id="263" r:id="R6f36517587264eb3"/>
    <p:sldId xmlns:r="http://schemas.openxmlformats.org/officeDocument/2006/relationships" id="264" r:id="Rd370cdc709064194"/>
    <p:sldId xmlns:r="http://schemas.openxmlformats.org/officeDocument/2006/relationships" id="265" r:id="R4303492d773a4647"/>
    <p:sldId xmlns:r="http://schemas.openxmlformats.org/officeDocument/2006/relationships" id="266" r:id="R71a0fe650a9c4c3e"/>
    <p:sldId xmlns:r="http://schemas.openxmlformats.org/officeDocument/2006/relationships" id="267" r:id="Rf23d41c3c0624462"/>
    <p:sldId xmlns:r="http://schemas.openxmlformats.org/officeDocument/2006/relationships" id="268" r:id="Rd949b9d4a3b64ebf"/>
    <p:sldId xmlns:r="http://schemas.openxmlformats.org/officeDocument/2006/relationships" id="269" r:id="R50ee40f4c8204b01"/>
    <p:sldId xmlns:r="http://schemas.openxmlformats.org/officeDocument/2006/relationships" id="270" r:id="R73b87a44c8b74113"/>
    <p:sldId xmlns:r="http://schemas.openxmlformats.org/officeDocument/2006/relationships" id="271" r:id="R2a8faf7186864b6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12f731db2f465a" /><Relationship Type="http://schemas.openxmlformats.org/officeDocument/2006/relationships/slideMaster" Target="/ppt/slideMasters/slideMaster1.xml" Id="R6fd5a25148a34a4a" /><Relationship Type="http://schemas.openxmlformats.org/officeDocument/2006/relationships/notesMaster" Target="/ppt/notesMasters/notesMaster1.xml" Id="R8c87efb8f7aa4fcf" /><Relationship Type="http://schemas.openxmlformats.org/officeDocument/2006/relationships/presProps" Target="/ppt/presProps.xml" Id="R54ff0c6053314da5" /><Relationship Type="http://schemas.openxmlformats.org/officeDocument/2006/relationships/tableStyles" Target="/ppt/tableStyles.xml" Id="Rb71be0bca8244ac9" /><Relationship Type="http://schemas.openxmlformats.org/officeDocument/2006/relationships/slide" Target="/ppt/slides/slide1.xml" Id="R59cb555cdf3840a4" /><Relationship Type="http://schemas.openxmlformats.org/officeDocument/2006/relationships/slide" Target="/ppt/slides/slide2.xml" Id="R4d188e043c1a4688" /><Relationship Type="http://schemas.openxmlformats.org/officeDocument/2006/relationships/slide" Target="/ppt/slides/slide3.xml" Id="Re703d830519c4ca1" /><Relationship Type="http://schemas.openxmlformats.org/officeDocument/2006/relationships/slide" Target="/ppt/slides/slide4.xml" Id="Rf2bad275575d4a6f" /><Relationship Type="http://schemas.openxmlformats.org/officeDocument/2006/relationships/slide" Target="/ppt/slides/slide5.xml" Id="R1a7313ccec4846b2" /><Relationship Type="http://schemas.openxmlformats.org/officeDocument/2006/relationships/slide" Target="/ppt/slides/slide6.xml" Id="R899930a77f744973" /><Relationship Type="http://schemas.openxmlformats.org/officeDocument/2006/relationships/slide" Target="/ppt/slides/slide7.xml" Id="R83724a8dceab4b27" /><Relationship Type="http://schemas.openxmlformats.org/officeDocument/2006/relationships/slide" Target="/ppt/slides/slide8.xml" Id="R6f36517587264eb3" /><Relationship Type="http://schemas.openxmlformats.org/officeDocument/2006/relationships/slide" Target="/ppt/slides/slide9.xml" Id="Rd370cdc709064194" /><Relationship Type="http://schemas.openxmlformats.org/officeDocument/2006/relationships/slide" Target="/ppt/slides/slide10.xml" Id="R4303492d773a4647" /><Relationship Type="http://schemas.openxmlformats.org/officeDocument/2006/relationships/slide" Target="/ppt/slides/slide11.xml" Id="R71a0fe650a9c4c3e" /><Relationship Type="http://schemas.openxmlformats.org/officeDocument/2006/relationships/slide" Target="/ppt/slides/slide12.xml" Id="Rf23d41c3c0624462" /><Relationship Type="http://schemas.openxmlformats.org/officeDocument/2006/relationships/slide" Target="/ppt/slides/slide13.xml" Id="Rd949b9d4a3b64ebf" /><Relationship Type="http://schemas.openxmlformats.org/officeDocument/2006/relationships/slide" Target="/ppt/slides/slide14.xml" Id="R50ee40f4c8204b01" /><Relationship Type="http://schemas.openxmlformats.org/officeDocument/2006/relationships/slide" Target="/ppt/slides/slide15.xml" Id="R73b87a44c8b74113" /><Relationship Type="http://schemas.openxmlformats.org/officeDocument/2006/relationships/slide" Target="/ppt/slides/slide16.xml" Id="R2a8faf7186864b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559a0eb6f64c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2b8d34c7b349bd" /><Relationship Type="http://schemas.openxmlformats.org/officeDocument/2006/relationships/notesMaster" Target="/ppt/notesMasters/notesMaster1.xml" Id="R3ffcb49e63cf47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0ee7b90a864e83" /><Relationship Type="http://schemas.openxmlformats.org/officeDocument/2006/relationships/notesMaster" Target="/ppt/notesMasters/notesMaster1.xml" Id="R01203e823b664f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29d46f905d4f22" /><Relationship Type="http://schemas.openxmlformats.org/officeDocument/2006/relationships/notesMaster" Target="/ppt/notesMasters/notesMaster1.xml" Id="Rabe2f01f7db54d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3185d874d949ad" /><Relationship Type="http://schemas.openxmlformats.org/officeDocument/2006/relationships/notesMaster" Target="/ppt/notesMasters/notesMaster1.xml" Id="R4c3f6d8cd6ce4c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f4af26b33d4889" /><Relationship Type="http://schemas.openxmlformats.org/officeDocument/2006/relationships/notesMaster" Target="/ppt/notesMasters/notesMaster1.xml" Id="R4eecc3be3df944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d3d720fdc44c1f" /><Relationship Type="http://schemas.openxmlformats.org/officeDocument/2006/relationships/notesMaster" Target="/ppt/notesMasters/notesMaster1.xml" Id="Rada1a58bc69d49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0f7ce17ab24dc7" /><Relationship Type="http://schemas.openxmlformats.org/officeDocument/2006/relationships/notesMaster" Target="/ppt/notesMasters/notesMaster1.xml" Id="R229153c8dbe547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196f5a3d544d3f" /><Relationship Type="http://schemas.openxmlformats.org/officeDocument/2006/relationships/notesMaster" Target="/ppt/notesMasters/notesMaster1.xml" Id="R20cb9c838f4549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bd3bbc9e9c45af" /><Relationship Type="http://schemas.openxmlformats.org/officeDocument/2006/relationships/notesMaster" Target="/ppt/notesMasters/notesMaster1.xml" Id="R42010fa3ceef41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129f722e0e4344" /><Relationship Type="http://schemas.openxmlformats.org/officeDocument/2006/relationships/notesMaster" Target="/ppt/notesMasters/notesMaster1.xml" Id="R8b114ddae41b42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b6f222373fb4224" /><Relationship Type="http://schemas.openxmlformats.org/officeDocument/2006/relationships/notesMaster" Target="/ppt/notesMasters/notesMaster1.xml" Id="R390ed3a129b14a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fa48a3c8f348c7" /><Relationship Type="http://schemas.openxmlformats.org/officeDocument/2006/relationships/notesMaster" Target="/ppt/notesMasters/notesMaster1.xml" Id="Rb83b2a0a217e498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516bde376cc4854" /><Relationship Type="http://schemas.openxmlformats.org/officeDocument/2006/relationships/notesMaster" Target="/ppt/notesMasters/notesMaster1.xml" Id="R8e56167c1d1d45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b8ce015a8cb430b" /><Relationship Type="http://schemas.openxmlformats.org/officeDocument/2006/relationships/notesMaster" Target="/ppt/notesMasters/notesMaster1.xml" Id="R5eaa92af33d34ee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26ef55e5a484679" /><Relationship Type="http://schemas.openxmlformats.org/officeDocument/2006/relationships/notesMaster" Target="/ppt/notesMasters/notesMaster1.xml" Id="R28432a56555c4c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d6ce37bdd7541f0" /><Relationship Type="http://schemas.openxmlformats.org/officeDocument/2006/relationships/notesMaster" Target="/ppt/notesMasters/notesMaster1.xml" Id="R56a7c09949bb49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875dfa6d8f44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31d74b5c5e482b" /><Relationship Type="http://schemas.openxmlformats.org/officeDocument/2006/relationships/slideLayout" Target="/ppt/slideLayouts/slideLayout1.xml" Id="Rf2f8cca344bf49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f8cca344bf49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c887de6354ce6" /><Relationship Type="http://schemas.openxmlformats.org/officeDocument/2006/relationships/image" Target="/ppt/media/image.png" Id="R979cc25e27034aae" /><Relationship Type="http://schemas.openxmlformats.org/officeDocument/2006/relationships/image" Target="/ppt/media/image2.png" Id="R4e143c37b7554f04" /><Relationship Type="http://schemas.openxmlformats.org/officeDocument/2006/relationships/notesSlide" Target="/ppt/notesSlides/notesSlide1.xml" Id="R4d2f4da319364c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3dc841b914f0d" /><Relationship Type="http://schemas.openxmlformats.org/officeDocument/2006/relationships/hyperlink" Target="https://support.huaweicloud.com/productdesc-codeartssnap/codeartsdoer_pd_0001.html" TargetMode="External" Id="R99bcaafaa4264729" /><Relationship Type="http://schemas.openxmlformats.org/officeDocument/2006/relationships/hyperlink" Target="https://code.claude.com/docs/en/overview" TargetMode="External" Id="R8efdd0f22d16496a" /><Relationship Type="http://schemas.openxmlformats.org/officeDocument/2006/relationships/hyperlink" Target="https://docs.qoder.com/" TargetMode="External" Id="Rc61fbc65f2f24643" /><Relationship Type="http://schemas.openxmlformats.org/officeDocument/2006/relationships/hyperlink" Target="https://learn.chatgpt.com/docs" TargetMode="External" Id="R25ed9f7dcd6245b4" /><Relationship Type="http://schemas.openxmlformats.org/officeDocument/2006/relationships/notesSlide" Target="/ppt/notesSlides/notesSlide2.xml" Id="Rcb79248884fe49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24484510c418e" /><Relationship Type="http://schemas.openxmlformats.org/officeDocument/2006/relationships/hyperlink" Target="https://codearts.huaweicloud.com/pricing.html" TargetMode="External" Id="Rc7c9e31283c84e88" /><Relationship Type="http://schemas.openxmlformats.org/officeDocument/2006/relationships/hyperlink" Target="https://support.claude.com/en/articles/11049762-choose-a-claude-plan" TargetMode="External" Id="Rfbe5ec8c638c4ff6" /><Relationship Type="http://schemas.openxmlformats.org/officeDocument/2006/relationships/hyperlink" Target="https://docs.qoder.com/account/pricing" TargetMode="External" Id="R1bdfecfbb1b04fb4" /><Relationship Type="http://schemas.openxmlformats.org/officeDocument/2006/relationships/hyperlink" Target="https://learn.chatgpt.com/docs/pricing" TargetMode="External" Id="R8dee6572bcc94f34" /><Relationship Type="http://schemas.openxmlformats.org/officeDocument/2006/relationships/notesSlide" Target="/ppt/notesSlides/notesSlide3.xml" Id="R056d800163b241c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8b02882184052" /><Relationship Type="http://schemas.openxmlformats.org/officeDocument/2006/relationships/hyperlink" Target="https://codearts.huaweicloud.com/pricing.html" TargetMode="External" Id="R688a32556ece4f57" /><Relationship Type="http://schemas.openxmlformats.org/officeDocument/2006/relationships/hyperlink" Target="https://docs.qoder.com/account/pricing" TargetMode="External" Id="R1e73ce69de9e4973" /><Relationship Type="http://schemas.openxmlformats.org/officeDocument/2006/relationships/hyperlink" Target="https://cursor.com/pricing" TargetMode="External" Id="R715a8cfb847f4b81" /><Relationship Type="http://schemas.openxmlformats.org/officeDocument/2006/relationships/hyperlink" Target="https://www.trae.ai/pricing" TargetMode="External" Id="R7b76840ad8204178" /><Relationship Type="http://schemas.openxmlformats.org/officeDocument/2006/relationships/notesSlide" Target="/ppt/notesSlides/notesSlide4.xml" Id="R609d5992534f45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27ba5cd244939" /><Relationship Type="http://schemas.openxmlformats.org/officeDocument/2006/relationships/image" Target="/ppt/media/image.jpeg" Id="Rd76c3cafba074716" /><Relationship Type="http://schemas.openxmlformats.org/officeDocument/2006/relationships/hyperlink" Target="https://docs.qoder.com/account/enterprise/knowledge-base" TargetMode="External" Id="R2572e0e819654167" /><Relationship Type="http://schemas.openxmlformats.org/officeDocument/2006/relationships/hyperlink" Target="https://qoder.com/blog/qoder-llm?type=%E6%8A%80%E6%9C%AF" TargetMode="External" Id="R23d87277e33c4678" /><Relationship Type="http://schemas.openxmlformats.org/officeDocument/2006/relationships/hyperlink" Target="https://support.huaweicloud.com/usermanual-codeartssnap/codeartsagent_ug_0001.html" TargetMode="External" Id="R9fd1ce294a214ed0" /><Relationship Type="http://schemas.openxmlformats.org/officeDocument/2006/relationships/notesSlide" Target="/ppt/notesSlides/notesSlide5.xml" Id="Rc4ee3ade1eee40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439b702c64c8d" /><Relationship Type="http://schemas.openxmlformats.org/officeDocument/2006/relationships/image" Target="/ppt/media/image.bin" Id="Re87750c36dd44213" /><Relationship Type="http://schemas.openxmlformats.org/officeDocument/2006/relationships/hyperlink" Target="https://qoder.com/blog/qoder-v1-mega-rewrite" TargetMode="External" Id="R37927974316a4e05" /><Relationship Type="http://schemas.openxmlformats.org/officeDocument/2006/relationships/hyperlink" Target="https://docs.qoder.com/user-guide/quest/execution-environments" TargetMode="External" Id="R5f463cd46d8e4ac4" /><Relationship Type="http://schemas.openxmlformats.org/officeDocument/2006/relationships/notesSlide" Target="/ppt/notesSlides/notesSlide6.xml" Id="Refc007eab0b440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0904529de48aa" /><Relationship Type="http://schemas.openxmlformats.org/officeDocument/2006/relationships/hyperlink" Target="https://support.huaweicloud.com/usermanual-codeartssnap/codeartsagent_ug_0001.html" TargetMode="External" Id="Rc3daa0d0e4d64a2c" /><Relationship Type="http://schemas.openxmlformats.org/officeDocument/2006/relationships/hyperlink" Target="https://docs.qoder.com/user-guide/indexing" TargetMode="External" Id="Rd9aa86f3f85b4b0f" /><Relationship Type="http://schemas.openxmlformats.org/officeDocument/2006/relationships/hyperlink" Target="https://docs.qoder.com/user-guide/repo-wiki" TargetMode="External" Id="Rf31a1b6d6f0449c1" /><Relationship Type="http://schemas.openxmlformats.org/officeDocument/2006/relationships/hyperlink" Target="https://docs.qoder.com/account/enterprise/qmind" TargetMode="External" Id="R85f4de720ae64793" /><Relationship Type="http://schemas.openxmlformats.org/officeDocument/2006/relationships/notesSlide" Target="/ppt/notesSlides/notesSlide7.xml" Id="Rca8268946cb742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a59c35d494408" /><Relationship Type="http://schemas.openxmlformats.org/officeDocument/2006/relationships/hyperlink" Target="https://code.claude.com/docs/en/workflows" TargetMode="External" Id="Rc8f47a39a1f349a8" /><Relationship Type="http://schemas.openxmlformats.org/officeDocument/2006/relationships/hyperlink" Target="https://code.claude.com/docs/en/goal" TargetMode="External" Id="Re4b0d695f856405f" /><Relationship Type="http://schemas.openxmlformats.org/officeDocument/2006/relationships/hyperlink" Target="https://docs.qoder.com/user-guide/quest/spec-driven" TargetMode="External" Id="R7f64efe720c04860" /><Relationship Type="http://schemas.openxmlformats.org/officeDocument/2006/relationships/hyperlink" Target="https://docs.trae.ai/ide/solo-mode" TargetMode="External" Id="Re8efdc8b7b454a42" /><Relationship Type="http://schemas.openxmlformats.org/officeDocument/2006/relationships/notesSlide" Target="/ppt/notesSlides/notesSlide8.xml" Id="R9885e34ebe5b4f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aeb246e4d4dc9" /><Relationship Type="http://schemas.openxmlformats.org/officeDocument/2006/relationships/hyperlink" Target="https://code.claude.com/docs/en/agent-teams" TargetMode="External" Id="R3156715a59084938" /><Relationship Type="http://schemas.openxmlformats.org/officeDocument/2006/relationships/hyperlink" Target="https://code.claude.com/docs/en/workflows" TargetMode="External" Id="R60591435b7094e69" /><Relationship Type="http://schemas.openxmlformats.org/officeDocument/2006/relationships/hyperlink" Target="https://docs.qoder.com/user-guide/quest/overview" TargetMode="External" Id="Ra8759939cafb42ee" /><Relationship Type="http://schemas.openxmlformats.org/officeDocument/2006/relationships/hyperlink" Target="https://support.huaweicloud.com/usermanual-codeartssnap/codeartsagent_ug_0052.html" TargetMode="External" Id="R86ff933b08b54e0d" /><Relationship Type="http://schemas.openxmlformats.org/officeDocument/2006/relationships/notesSlide" Target="/ppt/notesSlides/notesSlide9.xml" Id="R50f7ceb84aca4c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dc5efad464d64" /><Relationship Type="http://schemas.openxmlformats.org/officeDocument/2006/relationships/image" Target="/ppt/media/image3.png" Id="R741fd76f9f83462c" /><Relationship Type="http://schemas.openxmlformats.org/officeDocument/2006/relationships/hyperlink" Target="https://docs.trae.ai/ide/figma-to-code" TargetMode="External" Id="Ra091f5c3a5e045bf" /><Relationship Type="http://schemas.openxmlformats.org/officeDocument/2006/relationships/hyperlink" Target="https://help.figma.com/hc/en-us/categories/14559151746583-Dev-Mode" TargetMode="External" Id="Rf74cb294912f47ae" /><Relationship Type="http://schemas.openxmlformats.org/officeDocument/2006/relationships/notesSlide" Target="/ppt/notesSlides/notesSlide10.xml" Id="R2aa300ed6e5a46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26faaa2774681" /><Relationship Type="http://schemas.openxmlformats.org/officeDocument/2006/relationships/hyperlink" Target="https://learn.chatgpt.com/docs/browser" TargetMode="External" Id="Ra8fed153cde94ef8" /><Relationship Type="http://schemas.openxmlformats.org/officeDocument/2006/relationships/hyperlink" Target="https://docs.trae.ai/ide/browser-and-preview" TargetMode="External" Id="Rb3db07298d5b4995" /><Relationship Type="http://schemas.openxmlformats.org/officeDocument/2006/relationships/hyperlink" Target="https://playwright.dev/docs/best-practices" TargetMode="External" Id="Rce1a77f2f1904481" /><Relationship Type="http://schemas.openxmlformats.org/officeDocument/2006/relationships/notesSlide" Target="/ppt/notesSlides/notesSlide11.xml" Id="R7354f1b25c4542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63f2d10e744e7" /><Relationship Type="http://schemas.openxmlformats.org/officeDocument/2006/relationships/hyperlink" Target="https://github.com/obra/superpowers" TargetMode="External" Id="Ra69b40c964f544e6" /><Relationship Type="http://schemas.openxmlformats.org/officeDocument/2006/relationships/notesSlide" Target="/ppt/notesSlides/notesSlide12.xml" Id="Reafe7fa66e4b44a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86b1d3bb04070" /><Relationship Type="http://schemas.openxmlformats.org/officeDocument/2006/relationships/hyperlink" Target="https://github.com/Fission-AI/OpenSpec" TargetMode="External" Id="R2ea35dba60b9464f" /><Relationship Type="http://schemas.openxmlformats.org/officeDocument/2006/relationships/notesSlide" Target="/ppt/notesSlides/notesSlide13.xml" Id="R487684eb03b041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80f5dd61f4e4c" /><Relationship Type="http://schemas.openxmlformats.org/officeDocument/2006/relationships/hyperlink" Target="https://learn.chatgpt.com/docs/pricing" TargetMode="External" Id="R313fb6c9698045c2" /><Relationship Type="http://schemas.openxmlformats.org/officeDocument/2006/relationships/hyperlink" Target="https://platform.openai.com/docs/guides/prompt-caching" TargetMode="External" Id="R035ea52829c4488b" /><Relationship Type="http://schemas.openxmlformats.org/officeDocument/2006/relationships/hyperlink" Target="https://docs.qoder.com/user-guide/context-compression" TargetMode="External" Id="R66a3042ddd8541ec" /><Relationship Type="http://schemas.openxmlformats.org/officeDocument/2006/relationships/hyperlink" Target="https://docs.anthropic.com/en/docs/build-with-claude/prompt-caching" TargetMode="External" Id="R08c8ae0716de4a16" /><Relationship Type="http://schemas.openxmlformats.org/officeDocument/2006/relationships/notesSlide" Target="/ppt/notesSlides/notesSlide14.xml" Id="Rf0224812253f49b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6bf59870f4252" /><Relationship Type="http://schemas.openxmlformats.org/officeDocument/2006/relationships/image" Target="/ppt/media/image4.png" Id="Rc4815fda2fe04e0c" /><Relationship Type="http://schemas.openxmlformats.org/officeDocument/2006/relationships/hyperlink" Target="https://docs.bigmodel.cn/cn/coding-plan/learning-resources/how-coding-agent-works" TargetMode="External" Id="Redffe81a55474e33" /><Relationship Type="http://schemas.openxmlformats.org/officeDocument/2006/relationships/notesSlide" Target="/ppt/notesSlides/notesSlide15.xml" Id="R699711a9f2e144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5802a87b24a3e" /><Relationship Type="http://schemas.openxmlformats.org/officeDocument/2006/relationships/hyperlink" Target="https://docs.bigmodel.cn/cn/coding-plan/learning-resources/common-workflow" TargetMode="External" Id="Rd23464334c394ec9" /><Relationship Type="http://schemas.openxmlformats.org/officeDocument/2006/relationships/notesSlide" Target="/ppt/notesSlides/notesSlide16.xml" Id="Rcc286de88bae43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cc25e27034a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7E696C-84E7-4E2E-B6FA-04A939C8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D745-EA03-4749-A7D5-A197E1AC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0407F-DC57-4D5D-95B6-C92576E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175A9-FD61-4985-89C0-C4A72B8F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B23479-E358-4D55-B599-B9EB1D8F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B570D-14C0-4B52-B309-14EDA98F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CDFE4-6E07-4523-A34B-D20F3661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66A58-615D-4BDE-99E3-2A1EAB54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089CEF-3F35-48D6-8B15-0F061C77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94B0F-7E16-43F8-9637-A2C432FF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7E2FE-8D6A-4EFF-B047-0F9A4F4B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97B11-89ED-4111-BBD2-923C78E8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CFC71-9595-4903-8746-E9AC6940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5FEB77-E183-4BEB-8841-6D93F95C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9F198-9A1E-43BA-BB56-B01000F9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9DCB34-5174-461E-91C6-EA6DD378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8B116-CEF8-4F25-A5EE-B21EE750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659A7-6A4F-4BD8-B181-580E3260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43c37b7554f04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45D08-2D24-441F-B343-E061BAAA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6296025"/>
            <a:ext cx="2524125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HUAWEI 与华为标识为华为技术有限公司商标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C5A75-524C-415E-8937-0260944C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0077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AI Coding 工具能力赋能 · 华为企业解决方案风格版</a:t>
            </a:r>
          </a:p>
        </p:txBody>
      </p:sp>
    </p:spTree>
    <p:extLst>
      <p:ext uri="{BB962C8B-B14F-4D97-AF65-F5344CB8AC3E}">
        <p14:creationId xmlns:p14="http://schemas.microsoft.com/office/powerpoint/2010/main" val="18064215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056E9E-AA17-4CF0-97C6-54B94AAF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539356-5699-420E-8BC6-67488FE9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能力分类总览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F27BEE-CE8A-4DC8-AC88-7A2594EF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2F32CC-278E-4FAC-8DC3-FF073795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7123FA-3C53-4D79-954C-3ADCD2BE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8FF9EB-95D0-4B99-9B07-71797192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E5E8D-3A76-48A7-B76A-42E51701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6099A8-A77C-4116-93EE-1B7A3652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A3F07-7A0F-4D27-893B-D472E417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2B7D6F-31BC-4326-80F3-ACCA266D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0C98D-4044-4F6A-90BA-7256B867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C700A6-85D6-40DB-9FE6-163A895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E4C000-6030-43AA-9E54-34310BD7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95CAB1-6E8F-4871-90DE-8BC9DE76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4BE2D7-C194-4DE2-B080-C03F3E69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65DC24-87BD-4F8C-A228-B85D7ED1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5437C-1151-4FE2-A6DD-9D1E66E0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ABC0D-5038-4B33-A93F-D5FFF5D5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DD541-A926-46D7-B7F2-77D052D4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7FD113-242E-48F2-8B98-DDD6E75E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F0C9C-4717-4CC2-996D-7A31CDA7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CB7AB8-62B3-45C0-A625-371F975E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C58492-B7A9-48ED-8427-D1F7869D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5BE641-D910-40B2-91A9-185BF8B2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501F10-6741-4A5B-8556-CC12F118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41C3E8-2B98-4A7A-A048-7A3458D7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CD7E27-0D96-45FA-9996-526C1A1B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899BF5-EA86-4132-8112-5F7C13C1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D3DC72-90DD-414C-BD30-59F133C1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8668B8-6B90-4BC3-B680-A37D5110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8C88DB-4725-47AE-8116-3442209E9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CD075A-2AF4-4CB2-8306-A8AE73A6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E1712B-06FB-4A95-9AC0-75506DA2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E21BEA-A035-404B-9D3D-61E90FC3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0D02A0-7EF0-4A25-B8E2-B67E5DE7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48FFA5-6F12-43C2-8D1D-09C061B9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9bcaafaa4264729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efdd0f22d16496a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61fbc65f2f24643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5ed9f7dcd6245b4"/>
              </a:rPr>
              <a:t> · Codex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93675A-DFFE-417B-85B6-8EFEEF5E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343499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2C25684-D1BF-4175-A2EC-F7E72311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2C343-FA19-4A81-95C3-69B759A7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套餐差异总览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313D8-DAC1-4674-AEC8-A9C479A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7BA1A1-2D0B-4B64-8781-6D23BCAB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B8A94-E626-4F41-8BDC-9148FF49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98DE9-6653-496F-AC26-4137ACCC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C6075E-6C2A-4F19-B1AF-046882CD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C3EEC-523B-45F5-BAE3-F7E523DF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8FD8A-0E7C-4F9A-B42D-E7F39610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5B564-99FC-4F44-9CB6-0D6228D8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4A8DD5-FD11-49D2-AC11-2D18734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1C8CB-FC3C-426A-8430-56A5A11C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BF9DDE-A53C-42A4-97AB-8436DA29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08A84-5230-4551-A3CD-012AB6AF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58829-9A96-4289-B026-3340BAF3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F833A-2BF6-4FCE-B2E4-2128C45C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4ACC0-8629-4DAC-9B3E-DD5A83DC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D0805-674D-4C7C-9EBD-8EACFA7B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943F8D-08AE-46DE-802C-BE048D3C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666122-12BE-436B-8895-4F063DF6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77CE3B-2E92-4C1F-B92F-75828EE5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889E53-9509-4B70-8404-2CF45EB3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104E0A-1D2A-4230-AFB7-6CC09BDC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60DE0C-83C0-41D3-87C9-421A201F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01D1B1-F7CC-446B-84EA-80F4AB45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B358A3-8C18-4649-919C-7EECCE2B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C8CC7F-C462-478C-BEA2-7307A700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1948E0-D894-472C-844C-2644CAF4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FB68A5-3D55-426C-982F-6FAB6341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C1E4DD-0F71-49CC-B27B-35E4446B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B82538-6389-46FE-BE61-63FF2964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DBFD7B-19ED-4D43-9547-0151C032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13B504-30BD-4001-8263-5C677109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79E8CC-36D7-41A7-8E9B-33483CEE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048D66-6179-4FEE-9884-B30CC527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B89A48-334B-4719-A067-28029EB2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2361E8-935D-4D38-BC45-E4DD07C9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1868A9-D4B3-4028-B199-AA62124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255C0B-4916-4FF6-8D48-7F3A25EB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F884A9-6F69-4145-9902-D5469655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365C6C-DB51-4B76-B615-8A8CF87F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AAFF37-09BE-492C-8BC9-3269E7E1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B8818A-F22E-423E-934E-5AB1B187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C2542A-01A2-439E-9427-8C801839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1B7B60-457B-41C2-A4C9-F7A2541C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6612F41-80EE-4017-9703-6D9512E7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E857F4-DE26-44FC-9A8A-C24B316F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773227-51C1-4C8F-B615-CE5D9835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B8DF8F-4374-42D5-8DEF-A37AC553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2ACF050-5228-4379-AFC0-2D4EBA07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3D429F7-D58E-40F9-A96D-09130E51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8C03287-6DAB-41D3-B707-9A0AEB88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9893E52-8F0B-4E8D-B3B7-6A9EF39D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058C4F-A206-4DA3-8FAA-01BBBF18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FEE445D-FB0D-4E43-9FB0-37194FD5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F600A5-C1A5-4106-9651-AB4C3424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9B1DCA3-0F4D-4BE2-8102-08442F6D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4BA26D2-CE4A-41E5-8C6D-7442CB75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1E3F61-FCC4-477B-9180-2C9A6A10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B33490-D67D-4DDB-AE74-B6AEFF4D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32F6CD2-1FD2-4694-965B-52B8B78D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96D6ABB-C07F-434B-B157-81A045A8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E8628E-8D2E-4C93-9466-F9529A8C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09132B1-3ADA-48FF-AD4F-46488931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7c9e31283c84e88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be5ec8c638c4ff6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bdfecfbb1b04fb4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dee6572bcc94f34"/>
              </a:rPr>
              <a:t> · Codex Pricing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B430A1-F8F4-4D15-A460-27E51C9A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7088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339907-EA48-4ED8-970F-CB697102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940D6-98F7-455B-917E-36FE30A3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计费对比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5EA81-7FAE-40DB-A29B-938197A3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57A08-2D1B-4D4C-8C47-0D7D787C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B8F815-68EC-4245-92B8-37D1E6E0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D95A5-A5EC-40C3-8DF1-E7449F68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A1CB2-A3B9-4583-A20B-A68A4F06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CA215-5242-4520-980A-AA772348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D7A59-6663-44E5-815B-D703A9AC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C602C-3DAF-4B57-B06B-AA44A8B5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33C3BB-4138-4068-BD01-9A0BE70D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63A5C-9A3C-4E8B-A7ED-EF4C47AE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A63396-0E9F-4E88-B418-844E27E6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5988A-9FFA-41B3-94E9-3CA07205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B6B0D-917D-433B-991A-B7FE3289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3F27AC-87B8-4A99-8651-697FAD71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920F07-D69F-4D79-B00A-294163F4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EB3A5F-9A25-4307-8657-8B4838C5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ACE549-4EAF-48A4-B37D-8AE01B23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2E962B-3092-4F4C-A6CE-60154A88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9772A-83B2-4E40-8A4C-7C6BD7BD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ABF617-D75B-4C91-AAD6-3858F87B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3CA9A7-D630-434D-9C2E-379EAD56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56ECA3-2F9F-4287-982B-D7A7AB77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ED200B-8EBB-4040-8AFF-EB32C4BB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A1FFB8-7140-481D-995C-0EA6EC7D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39EA40-AB60-4E7C-8AE4-FE0EA4D5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339138-59CB-46E4-A657-1EAE4879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5AA8E2-BC48-45EB-8D7B-BA0C7CF7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0146B7-FD0C-47F6-BA03-157B645B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605B1D-8A1A-4F15-90FC-994C3D06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30A3A3-2A20-4D0A-BAB0-2C4D59F6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7EE206-31EB-4ED7-8C46-FD5A7ED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D8A895-8BBD-4971-BC15-0648E953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B7572F-AEE5-4E5F-9FF5-02E5FCF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B6CA07-03E8-40F6-AC2B-65180B2A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9FC380-DD6A-4A80-816C-64875302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B44245-7AEB-46B9-A5B6-21E1620F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EE0C8B-D758-412D-81B4-4B78CFB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BAE97A-B2BF-4FF3-BBB0-5A4CB225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B143612-D24F-4CDC-947B-D15223C9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EE910A-A1AA-4F08-8FEA-7AA4B3CA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E59C1A-9B71-4D93-B553-BF92001F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598D75-D26A-4BF5-BAAC-5AC95AA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A90CC1-F06F-4097-B346-C736A8F2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31B2C3-4133-4ECE-9ECE-BCD5B29F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88a32556ece4f57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e73ce69de9e4973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15a8cfb847f4b81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b76840ad8204178"/>
              </a:rPr>
              <a:t> · Trae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6C628D-5B89-4D29-B76E-7401339A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455626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CB86BE-2DB5-41C7-9115-E6B805EA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C3760-BEDC-4CFE-8E4C-B27BDAC9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知识引擎的实践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4B15-2106-4CCE-A463-A36B8D28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801D8-1739-472E-BC8D-E17B6116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c3cafba074716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D1899-1E0E-4492-8274-B4DEEF55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32BF65-31C3-49EE-9A1E-5BAB4477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39CB8-58DB-4EDA-B4BB-4DC09349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FEF50-5241-4475-A652-686047D0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A887B-23F4-4B77-A395-A02F610D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C4F19-E66F-4F15-B8AF-DAA5360D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ABCFB-7DC5-41EC-B328-83FB818A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67D93-0A99-4443-A634-75C82B8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D8D2B4-E95E-4B60-A540-D21EAC97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94C622-9A25-4A0E-8F81-C088D5E2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CD273C-B00B-45D1-836D-FFE44DB9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2BABF8-E2FB-4188-B03A-C2B80612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4985A9-961F-48D3-BC0F-EB96BDB5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0213F4-276C-47A7-8C73-B5F0B780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868D0-6E14-4279-9E63-8A47C488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7B50DD-3C3D-4113-8B90-71F6E07F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2A6DE9-1452-44E1-8603-5947627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1DE9F-BA73-4685-AB90-8B707537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D642C4-76A8-41DA-A823-69B79360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17A464-E5FE-4BCE-94E7-E82F735F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DB945F-07E7-490E-B974-20D0C1F4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173646-57C5-4A18-B179-4409649C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6CEE02-EA8F-4926-ADA2-238B6CBA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4BD163-0B4A-401A-A972-5E52DD0E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4704E0-E007-454C-9289-571F4BC2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01D509-DF9F-4FB4-ACE1-1D10FB47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B2F051-214C-4A61-A550-43EE5D53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0B1418-5630-4886-9EE8-69097E0C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AA596F-FDBB-4ED3-A44D-69CCAB0E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572e0e819654167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3d87277e33c4678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fd1ce294a214ed0"/>
              </a:rPr>
              <a:t> · 码道 Codebase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448146-C7C4-48B4-96EC-9243E6A3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12355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578E023-906E-4160-A539-4776B7E6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5125F-FCF3-4680-9B1D-3F23804D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存量项目重写的实践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491CB8-1F37-4D73-9DA6-8F4F2D9E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626B2-6E18-46A7-8970-CAAE9A5D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750c36dd44213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F6747-E522-41F0-9881-EF811FA1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AC6BD-6341-496B-A148-D2DD77B9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41FD9-4AC5-4EC9-9136-B2844DE8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57F31-F6C9-4600-B776-8CE93C7D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44E77-DA62-4784-8329-3103ECD0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1D8E49-93E0-4D42-9158-5C4415E7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4BBE9-0FB4-4B92-989A-F15BA3F4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BB5A5-0165-4F57-A36F-BCB8177E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40F6BF-CC6F-40A5-B76B-30C45A62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7CCB9-991F-473A-BA3B-D529C711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5FD05D-8FDC-4153-9351-494731F7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282D2-6BE0-41EE-9855-5F4EC0DDA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0800E5-D110-4B94-AF89-451EBD9D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F5C62-E23F-43DC-A06B-FEB6B01C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7DFD74-5EA1-4BBA-B306-CFF8C52B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E9F3A8-BBDB-4513-9F00-15953683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761326-7026-4108-B512-B78DE95F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65F0A0-CAB5-422B-85FC-26F019C9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B870BE-F32C-48EB-AE72-A7FBEEEC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4D1CBD-7A7A-461E-9F49-0413AD65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1335B5-6722-4C07-B9B5-FC719FCA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9AB40B-5525-489E-9AAF-4CEC11C8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236D91-03B2-4504-9A25-240200B9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70A69-377C-44EA-899C-CDE826F0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F9A94E-C5F3-43A3-A29C-7FFE1F68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B9C863-4E82-4BAA-897D-2436591D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E001DB-5F28-4EDC-ADAD-3E1C3DA6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EF542C-BAD5-4F39-9EC2-31218E89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0A075E-4278-40A7-AD0C-51A102F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BC3529-6471-4BDA-949D-C8EEBF8D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C196E-C1F3-46CD-9471-D8111244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0ED140-14EF-4752-8042-5463252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F48A2D-7D3F-4514-8011-6969EA7E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A02E33-9383-4FBA-A0F2-3FB6DAF8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51157D-CC2F-423C-A569-88923B6E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58DE19-51B3-4DAB-8F50-0FF213F6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3F23E3-05CC-433F-B5A1-A0EFE944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B8D281-275D-4ACB-BA59-3581E42E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D306B6-D37B-4EA5-A47F-D37A99A4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260BB5-CE78-4BEB-8E4D-AB58E3CD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EB6D51-A08B-4860-8F96-C670D6AE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879169-441F-4DCC-BA7B-BC784317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073438-4AF4-4A43-B130-3DF22811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E17424D-6A22-44C9-A93E-F17B73E0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60349D6-A842-4EE4-8326-81C24D6A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79161F-EC7C-457A-B810-D4DCA9EB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543C93-BA5F-4BCB-B4FC-8DC93C7E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3A8593-708F-4EB9-9E06-D1022F13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0DB45BE-08FD-4037-A29D-7FDF1B19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2F2730E-0095-4337-BB8B-6F0F9E73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F4D6691-60FA-46A5-8712-08AF2796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ABD1C83-88D3-4270-A8CF-BBB5E062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5E8094-6D4A-4C9D-B160-36491AF7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CFF872-36D4-47C2-87BF-EEF689F0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821675-8CEE-48BB-9F8A-A1CB0B3B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DDEFE1-2CCB-403B-8F48-DEDA8A6E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60286FA-7A59-4297-81D6-F7928903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E9BB9C5-6EE5-4036-989F-E0162D2C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AEA0D89-3A89-4112-A00F-907CC6E3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91156BA-686F-49A7-AAFB-DBAF8A38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A9458BA-9C5B-4262-A1C7-9FB5B8CA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086C493-C343-4E21-9DDB-D7C960CF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A4BC926-8E1B-4D02-BA82-F6C88AAB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404AE9F-ECA2-4B64-93C2-51A81A89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B6DCA00-F5D8-4D45-AA91-CD589062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9F8D725-A55D-4498-9A90-C1E93154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F9B5812-95AD-41A4-8FAF-C7E45EA7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7ABBE2D-3C67-4558-83AE-F9935DCE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436A383-2FC4-458B-9426-F3662540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7927974316a4e05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f463cd46d8e4ac4"/>
              </a:rPr>
              <a:t> · Quest Worktree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A81822F-F6EC-493A-B071-D7E3FB33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201752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EA1A7B4-6030-4193-AEED-45D9CFEE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176F6-3D34-4C4A-861F-1D5E759D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Codebase及CodeWiki技术深入分析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AB300-F26C-4C48-84F3-86DA99D5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BEFD6-2E05-4CC7-829B-CDE0DF15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C9C59-AFBC-4830-87F0-BBC9B414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EDC7DF-80F0-4E4F-B5BE-8C847C85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56164-0EB6-423D-BF05-E04DB944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348817-1692-454A-B35D-B79EABC2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773F2-5BC5-49DE-88F8-4D51D0B7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5BD19-4DA5-4B00-A315-5F8B8D00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511B6B-1B39-4F8C-801A-55572A04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595CD-DE31-46FC-95DC-9421ED6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FECC7-6DA3-4793-B9B1-32666497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AFB221-27B1-4232-9BD9-B0167567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A83FB-FB0B-4AA0-AD6D-D78AF5B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832E4-7C30-4795-A46A-DB62D8E9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DE2FAE-37AE-4C99-9668-7C7435D3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EAD96C-27D6-4F98-9B3E-280AE3A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BD27A-1008-4512-9E71-6AD58E23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10346-B08F-40A2-A99F-A1F55D5A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FFA09B-7489-4E85-BC64-1DFE62E9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3F9ABC-5C43-4B92-A92B-748AEC99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B1671D-94F9-48B4-B44A-23E6D9BD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2AE607-9745-4202-A6F1-08F3C44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8AAC7A-5D1A-4B93-9490-36B4C610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5C09C1-6258-42BE-B284-BC9A3869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7B24DD-B8DB-4D00-92A3-04A831F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8A9AB8-8791-4224-8BB6-6CE44910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A2ABAD-7629-44EB-BBAC-22C7143E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D7D1DE-3650-4CBA-A3F6-533D3342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2D1BB-0AA3-4CD0-99C0-78D4C537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6EC6B6-301D-4895-A27A-AC3D69C0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4EBCCF-0810-4333-81BC-7E5869E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446CE4-7F6E-4C6C-A19D-88AAD5F0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CEC3E7-2C1D-4097-8E2A-87B939A3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9A5EE3-F685-4C52-8AB4-86DE6393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A6A246-4DB1-4BC7-8F94-8AF2779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1731AC-A15E-475A-A6A9-05D2440D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524F04-F7EB-45E5-815B-D77A3816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ABCC6A-89CE-46D0-933C-0FDE714E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4CC4E2-F937-43A4-B40D-0B524E26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DF39BE-22AF-4AC6-AF6F-73EF0E69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06C9EB-DAA2-4C48-9A38-4199875E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97AC68-9430-4D02-8833-B2DC6540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ED3A6DD-E0E5-46F3-B8D1-B37CA82C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0A54CD-FA79-461E-9BD2-BFDE5505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5F630B-9A76-4C25-95FB-D3595077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2BC901-BC46-4E6C-9B0B-45935164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C702FD-F88B-481F-8719-864B085A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6573E5-7678-4AA5-8522-96BAD4F7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6A39C0-277C-48D5-BC99-C2FD0D8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0EEF6D-9CFF-41D9-8663-CB23087F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C058BE-61F6-46A8-88F0-C284821E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F1D5B1-4CA8-4713-BDFD-B93658BB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DB6A3E-5738-4BE5-B139-F58DBC4D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882692-CA6B-425F-B42B-D678D8AE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596D4A0-3D4A-4486-9FBF-C5EA7622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A91014-F67E-4C72-A59D-61FECE79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17C62BA-A6C5-4E45-9D9D-710CD208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094ABD-6877-417C-A8D4-9D5714B9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3D4AB3B-560B-4B08-91B0-B4759846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2F9B103-3D4B-4F91-AE6C-0D95AFFF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A57D2D-C07E-4921-A846-FF61DDA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40F3686-09AE-4D79-BBC6-50867918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7AC0FE-ED0F-450B-B802-D3FB368B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FAE84DC-AF32-4AFC-AE71-951D3161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F9706F-7374-4773-BE3E-EBAEDB0A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A00A89E-B049-487F-A237-C7DF8938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754E3C-6356-46EA-A8FA-0BA9C326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565C230-D43F-4BBC-ADE3-34EB601CD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9679722-A34D-4556-9A73-3E7AD557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4A88370-13EF-48AB-84BC-CEEE910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51598EB-0ADF-452E-8D14-48CCB0F6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14B4E52-6A65-4C17-8B61-82972DCC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A15CCB-E953-4B1F-8BF6-76F04A08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A629FB7-602C-4863-9744-6FE0FB4B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579E316-FD12-4834-A82A-78FF4A8E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C5733F0-588C-407B-BD5D-D06E244D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7BCBBCB-E792-4FB7-A262-EFB0723B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CC4CE89-A451-46A5-883C-ED68758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3daa0d0e4d64a2c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9aa86f3f85b4b0f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31a1b6d6f0449c1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5f4de720ae64793"/>
              </a:rPr>
              <a:t> · QMind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5C2A7EB-1D1A-4689-9683-6B54FF9E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689849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871CB89-3D6D-417A-9940-657E8BA8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99C1B-428D-47A4-927E-A910CDCC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Workflow、Goal、SDD、Solo、Quest深入对比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2EE45-AC44-4C75-B9A9-2AC5647B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8CBC2-F32F-4C56-B243-81E8B29B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57E6E-F7D3-4192-A462-A605F1ED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92120-DB91-4B4C-88AA-EBF768DF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89206-97A2-401C-8775-EC8CE964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52B14-B55C-46B4-8442-3DC06B81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E6713-C5BA-4305-B136-4B291AD1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88821-6F77-469C-A759-F747CFF0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998FAC-1995-4218-ACD8-14B62534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0C5C0-8908-4BCA-9F5B-E5A57438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953986-70C7-4B34-8AA1-FA9CD8AF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04F20-97DF-4752-8DE7-997EE6E0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49F98-9DA9-4C18-8B91-65FB754D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C6E6B-73FB-47CE-82A0-888A3540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05AB17-30C4-4BBA-8A11-0896D727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AD842-CC52-4CB8-86BF-ABD7F3B0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8C560-9926-4A62-8970-8D57751E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ED6C86-F7ED-4C9D-A0F8-9532CB56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076EF5-EEA2-4771-A38D-A1D61900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74EC97-D38D-4595-B4E9-9C643BAE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48135-1957-4300-B8F6-2EC3E918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79AF00-0EEA-4C0A-9CE9-E527FBC51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683045-5B1A-4513-BE0D-A501A4F7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DC3930-E726-4E87-93A8-788D27B5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2E0FC9-97DC-46D1-AB5F-97ED1B32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1B83E1-1640-4250-A00F-855B865D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836415-8AE2-4F3F-99C9-A62DFEDF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AFF9D7-D0C8-4F05-84E8-9BD7B98B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FCE61C-D0EC-4736-A107-D73B51BF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CAA559-7E4C-4526-BEB8-C1BC78A6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ADB896-7BA1-4696-AB8A-BD97721C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62199B-E06D-4DE9-A823-EA47FADB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09E434-C2C5-4BD1-8F7A-672C9702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47E1BC-3B33-4954-BBAC-438C57BFC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170DDF-4FC7-4EF1-8E5F-3F97F315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83F4BB-F496-4F2A-A337-BBEF7553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3E04E7-E2E6-4DAD-B561-215A456D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3474AE-4A85-4109-A2D1-08BAB50A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F05611-C130-4210-BB1F-D5541F04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2670B74-BD0D-4B3C-99EA-D1AD65B3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4F2072-CB18-44BF-842B-C5612562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DD843F-504F-4011-85EC-74E7BAFA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AA3866-9AE5-41C1-A49B-AF9F3BA1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7362AC-E325-4598-B68B-5B13C65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32DF48-86AF-4A95-9878-1C56A1D8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21475E-588A-457A-8594-900973D0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06F3EBD-3D5F-48E1-B576-FA503480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D4B6C37-DC5C-468A-B1EB-F2F46FFB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76D55D-48A7-4AD9-86C2-79EB683D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BA43E8-715D-4538-BF4C-5997601A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85C66D-58BA-40FB-8430-8E4FCF12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003FC7-7FA7-4A94-84F5-4FD04B77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D9C64D3-DF8D-4888-9FEB-65A5377C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F11F02-6FB6-42B7-87B5-B8ECAECA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65076C-6DEE-4002-8C3B-F81A7489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D3E2DDE-262F-413B-A379-6143B00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F7D7D4-DCBB-4DF0-AFB6-979A38AB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71F565D-B1C1-4F42-B656-4E6078C4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244403-F9BB-42F1-9473-C88269F8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003E831-D9A1-4AC2-8284-565D0F6E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C41F7E3-1690-496F-9460-4643C31C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A807C33-78A9-4758-84B5-04E9B0B6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22F36D-8547-4856-A53E-D2166C95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C897F5A-DE8E-486F-BD4E-97DB3D76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7148C88-3184-4F40-8019-11FBCB28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16716FD-ADAF-47D1-9CE2-73865748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78A157B-C6EE-4A0B-8E57-EE80C28A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3B420F-857A-443A-A32D-E4CE4A38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F99E6A3-7E8D-4D2F-BEF7-15F95BA0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4844C4A-3A65-494D-A62E-18527F67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0E10BC3-E20C-4BF5-9623-102F9F7D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F381B31-72A7-4AF1-8FD0-BE99008C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218C341-453C-45B9-9E30-C94003D9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C6BCC20-DC94-4D1A-A838-A99BDBD1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07D4B2A-13FD-459F-9B5F-A1C83CCD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F4FF338-27C7-467F-9D61-2B267132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89FD506-02D2-4A19-8E23-C86F1CF8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151045D-0CBD-48C7-843C-0A2D4A6A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386C535-1AA6-4F94-AA0E-39D1474E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DB8525A-EB54-42DE-B280-6698D828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7724473-74C8-48FD-9EC2-0063DEB1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43DB838-D4FF-4055-B933-7941C54B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0655B7A-F0E9-4F6E-9582-940368D9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8A088ED-8206-43FE-97DB-538BB122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A11A02-34EA-4A42-9BB9-2FE0FC51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F05339D-E896-427A-8C49-27D2A86A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D9A742B-A834-4F7B-8505-3665D863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C63A5A6-1523-4B11-987B-8586071B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FF0AAEA-C838-4911-9391-1D7B3D10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26BB219-C6F0-4CCE-8034-41ADDA61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63E8E41-8BBA-44EE-8196-BC4B1614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8f47a39a1f349a8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4b0d695f856405f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f64efe720c04860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8efdc8b7b454a42"/>
              </a:rPr>
              <a:t> · Trae SOLO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E0BC3DA-08EC-48CA-A451-8261ED59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75267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3F708F-5055-4C37-93C9-2DB4F75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7DA19-BBCF-478C-BFF5-7696DB1C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多Agent协作技术深入分析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135B7-2526-46C1-B7D3-49AA021F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5FFA38-AB38-4601-A0A1-1543EDD3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3B5913-D11D-4648-8EC3-8A5156E6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2FF54-4AF9-49CF-B935-7FE9653D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51CAA-B849-4926-9B84-33E257BF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A29CB-EC5F-4088-AFB4-F79DD0E5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58661-00C5-4FBC-9FD6-51687316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15F42-C9F8-4FAB-A0AB-75280C20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3A245-8DB3-4441-A4BC-E307FC75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5F2B4-2C7A-4A18-BFE0-1F8BBDAD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44EDC-2DA6-45B9-8D50-0FDBFBF4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75BFD-E2E2-4FC6-906C-C102E39D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886EF2-144C-43E6-AD99-080DE503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1111C-2B36-4F4D-A7DD-2E75799A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C2A57-9065-419C-98B3-DBF569F5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62374-1775-484F-8F17-2C930736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E8D55-3DAF-4984-9BDC-5BFB0BD8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0A2A5D-BF0B-492C-BA72-7E5B62AA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26A409-030B-4831-93F3-213CD0F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94BCF-56BE-47B6-B15A-10AEE419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8016BB-77B4-4AE2-8177-737CDD3B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BE62D4-923E-4922-80DC-B74E1AE9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F3823A-0744-43C6-9609-9D1869EB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B327AE-799F-45D9-B2B9-D49CE3EA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7A8A3B-63A2-499F-B928-44F076F1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4BE22C-9F78-49EF-8D49-4D31B9B6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6AAEF1-4F66-4A1B-B8C5-E3BE3991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71F3E4-8799-4343-B79D-50D93E1B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6D5D74-2F32-4D8C-BD25-3BF97533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9232AA-D771-4EB6-B6F3-E70CE0DE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EB7C88-7916-414E-8E5E-CCF30745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3E693E-BC0F-4223-9269-9D743876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9DB44E4-83BD-492F-9361-C8FFA73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C33900-DE04-44B7-8305-915D5493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B90326-DC24-4054-8B9C-DD9F6EAC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DC25E0-4469-45DD-A6BB-1D7160FA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A54389-067B-4F25-9560-D9C3A113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4BECB1-F9F1-4089-A107-3883BA96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156715a59084938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0591435b7094e69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8759939cafb42ee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6ff933b08b54e0d"/>
              </a:rPr>
              <a:t> · 码道 AgentTeam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9B7C04-1D4B-4392-B0D0-690F614C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878120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6BB472-6EBB-4750-86A8-0274F1C0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7F477-BDE7-4BE9-BCDB-631499EE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  最佳实践：Figma插件对接原型验证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26101-7E73-431A-AB52-8C25B177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8131C-6CD7-4A4B-A8A9-6A1179EE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fd76f9f83462c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876E1-52BB-4455-94D2-F7016887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B78C6-1F1A-48FE-B19E-452698E8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EF747-AC7F-459D-9EA9-27CA9C22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F08CC-2808-4B47-9DB5-000C81E2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D61BAF-7B9C-451F-BE9F-D5CDE52B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C7A3B-1488-4653-A5BF-9E52041A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A3FB0-AE34-4126-A450-8AA14943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E9308-B760-4EED-9434-993B2637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B765E-EEEB-4BD2-AC5F-A282BE87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9CAD8C-F603-49B0-8696-4BBC63EC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A840F-4909-43C2-AE1F-E8A7C5AB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005AE-04AC-4B12-8836-C68371B3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B8ED01-D984-4203-97CD-9F238BDE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FE69D3-2746-4DC6-AB74-6388AA44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21A097-12A1-4DDF-9C63-F4E1D835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A3D0B2-BF80-4890-AEAB-217326E4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A57BD7-4744-400B-A2A5-9532D221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FA802C-3B62-4912-BE21-B96E7662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A1826-F2C1-45C6-BD81-8A954759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83B26D-FF7B-4044-A2B8-24E867A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7835D1-45A9-4B6F-B508-236F3F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30C4B2-E3F7-4679-87E0-926EDC15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016CE-89AE-4AE3-B1EC-C409F8A9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DD19E3-85CD-4515-9520-99F5CFBB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FFDDA5-CBFB-46B2-8972-88987663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8DAC15-4EB6-4E90-B2A7-F24182C9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91818-4225-4668-A811-C43C2015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8FD72E-3F57-4A29-9F57-3D9CA7C6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35A020-B701-4CFA-9047-8FAC4E64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7DAD00-DF8D-4616-80AD-43F47556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81B066-00C7-4810-87D2-3FB3DCD8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EAAD22-DDA7-4111-97F9-2F78E518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B83571-718F-4287-A239-D6D427F3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9A3924-6FD8-4BD6-945C-D3AB8C56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63F66B-31B4-4092-A1A1-FFE69FB7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0D6E66-1826-41E3-A99E-F1B180AF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890397-45EC-4EB7-A73D-F9287722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6B19D4-4F0A-44B8-8C28-08F03E50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EDBEE4A-4746-4214-B03A-29E898A0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013F9A-A82C-42FC-9EFB-8722F8C4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091f5c3a5e045bf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74cb294912f47ae"/>
              </a:rPr>
              <a:t> · Figma Dev Mode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E05C26-11F7-49D0-B7BF-903CAC4B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767144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F390605-C185-4207-B3A8-4BE8C37A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9E117-A1FE-410A-A594-8C555296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  最佳实践：Browser Use进行UI测试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F05A4-9A6C-4696-9C4C-1C03F453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A8C29-7D1E-45AC-9EA7-ECAFF401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8EBAC-1D46-462B-A482-8AD6881F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8B4E1-1016-4A14-B156-F6215866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6CB29-1A8E-436A-8339-0A716B2E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0F131-AC57-4706-AB69-072922C3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0848BF-9BEC-408D-9474-F51FE523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ED5B7-AE48-436E-9E4D-D4C424B5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C550D-5467-4BFC-B670-D1C7490E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F5B8E-1DA1-488D-B2A7-E08B3E5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17C97-08CF-4EE8-9F31-B2BAC254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874FD-757F-425C-B4A9-D3E432A0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92C77-AA23-445E-A049-C2EE355A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4D416-3C8F-4B04-845C-4D74BDF5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9BF274-7FE6-4848-9BA9-98D6C362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54A0AD-6B3E-4537-ABB5-FD9C919A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7D6E3-4C79-4688-8D01-7514F700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A48060-BF77-4F85-834A-78D7EBFD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9D77E5-E097-4426-9E1E-1233B875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61E055-04B1-4139-9966-646A2234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71D39-BA1D-4C16-83EA-A60B67FB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55F0A3-EB0A-4455-9990-129A6FBF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EB2224-6971-4190-A1AA-254ABC91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9DA6D-4578-44D3-A6DD-B2C90963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E63273-90E9-404C-A80A-FC90459A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880A11-31B8-4DA5-8649-C5FEE488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F6D57B-FAFE-468D-AAD9-22058FDC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5ACECC-D0A9-43A3-82FE-6709553F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B38B19-C400-445F-8859-5405BCD8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57C216-B65D-4CDC-A645-C49C7804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C2D133-F88E-4A0E-9504-CC709B54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BF4A57-684A-4A58-B5F5-3CEF16FA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E7513B-E416-4C33-8BA1-4CCDDF88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5A6E4D-4D0F-4D3C-A1F8-10F36592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9C5B7E-AD1C-44E9-86C1-FBAE6485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B0B2DA-8BFE-4060-A308-0816AE89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E0FB0B-7A1C-4609-9273-A98CDBF4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3123E3-F218-49BD-B444-2D66B5E3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6CB7B2-2BCC-44DC-ADA5-4DB7E260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7B1D3F-7E7A-4328-B380-9F2EB856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22ECB3-4F8E-4A40-A9A6-9B12828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AD7ECC-538E-49D3-BA5F-ED164280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D8D089-555B-405B-93DE-C006D3C8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3DFEB4D-D14C-4EE4-88D5-A30C7AB3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E65EB0-6C1E-4BE9-AFD0-EF2E2599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C6EC40E-67CF-4CB6-B388-63C99A90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32C394-8BF9-495F-BDAB-542C70E9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A63678-B74B-413D-903B-237DCA20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0742BE-2422-40F6-9F82-C1655F30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E8E3BA-3D98-452A-A63C-6458A1D8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B0CFBF-7178-42FD-A02A-D4C6EA2B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504E0A-E723-4F08-9A1B-0C82CFE9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3FFB7D-E9DB-476B-87CE-42777499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BBCB79E-2096-46DC-AF64-9C6209D3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C719714-3849-40AD-9C3B-DE034D3E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162905-B375-4DDF-80CC-EA096EC7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DBED65-FA9B-415B-A01D-BC3FD1CA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271FAA-E6B6-46EF-A636-FF7A6BAB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848604A-E712-461B-A2B4-98841E2B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2856E48-B1B8-47F5-ABD6-8364D9E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8fed153cde94ef8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3db07298d5b4995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ce1a77f2f1904481"/>
              </a:rPr>
              <a:t> · Playwright Best Practices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1CC33A0-2905-4CA5-AA13-0108ADEF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81296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0926F5C-1477-4AC4-BDA8-9EE3F537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C878A-554B-4AC6-BB0F-A8C0D904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  产品 Superpowers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E3313-6DC6-4731-A7F8-D694E084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4823C-3B75-43C8-A602-71316F36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4F91D2-C3D9-40FB-A3EB-5501F043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03AEC-D28E-4342-992D-42439FA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D6857-316E-4ED5-BDBF-26391A07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A3F3F9-1C6E-4537-A19B-DC92FBEB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203C9-D9C2-4085-96A5-D5354F69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950B2-ECEB-4D48-AD80-8035CDF5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C38DF-7B4A-49D3-BF6F-FDFFA6DD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AE4A1-E7DC-47E0-8824-6D4D0BE3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CD48B7-7A06-40B9-BB99-30C2E86A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9C7E0C-DE6F-4922-9E0E-FD93D99F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72B0D8-0A29-44D9-8AC9-AFF57C46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27B636-9AE2-4439-9ACB-90A45490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24D544-A61A-41F9-BA36-AC02D86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9447A7-BCD7-4E98-9132-F46F33A4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DDF7A2-CE62-43AA-87CB-E538496B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4675FA-5A1F-4B26-B8B4-007DB6A7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AB5DB-3F18-40EB-82C6-FA18C7B8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C95DCA-024C-4DC1-A566-D3EE29AB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E9C0AC-3AC4-47BF-AC17-484682F5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103AB4-92B3-46A5-8380-E9B3F3A4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D8676C-C1E7-45CD-9560-3693E63D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538226-FC45-4D0C-AEBC-6D0026FC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E52690-3558-442C-BDA8-5CFBCFAA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9A619A-39E8-4E3D-BF74-F0CD3A49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80053C-04A7-4FA3-AB95-192DD9C8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B0F447-CF46-4053-A643-00F8E8E1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3F0106-4092-48E5-82B2-C687A5FB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59CE0C-7E66-4F71-AC5E-8BBBE5AC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771EC1-F720-4264-976F-50E10AFD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6E8824-2672-4BE9-8874-34B04737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9A05AD-844B-4DEB-A86E-A9DE1C0E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908CE1-0FC5-4F67-A7BF-92CD0BA7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95AD85-9BA3-4CDE-BDD7-3EA6F95E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EFFCE9-BB12-4D6A-AA97-3413C2B8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EAB0F-B7FF-4040-AAD1-98A16278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EF0842-6C5F-4049-B6C3-8ADBC0B8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7B15F4-3864-4A82-9BA4-2CE4AE8A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AB43845-C002-4CB6-B70C-F4F8B8BD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8F12C4-A3DA-4FDC-9121-2D7CC4CF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AF96FD-2327-4027-94FD-57F309F3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8D220B-E1A1-4878-96D5-21EE66ED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AF1E82-68BA-49EF-81A4-32225679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6C64BF-19C6-419F-9F67-B303CB2D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AED339-8CE4-4BD9-8E65-68A42333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E62651D-ABE6-4FE5-8281-65A569B3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092823-100C-408E-8664-233BAD73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5BF2E3-31F8-4AF0-BB6F-2467842D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C2AD3A8-791F-48C7-9E6C-C5656734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D360A8-9873-4772-864E-D9FBD645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DE1BAE-9ED4-48A9-A5E8-A1227F86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C91F424-B12B-4C58-B486-3AC14C4A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0CFACF-FDF1-4B60-96F1-A03AC971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F2092E-DB1B-479D-8A9F-B3160628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10C283E-5605-4B70-8B40-14916343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CEBF0F-673E-4569-9D8C-7FE759A8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E73D130-F1C1-49FD-B574-35862ACB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4FFA802-01B3-4BEE-840A-441A696A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6B2542F-4572-46FC-A140-C27419B9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0982E86-69CF-4880-AD07-0F64575A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EC47E22-5E42-4B98-8091-89DD4B7F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74F3AD9-C39C-4179-822C-EC7F3843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F39F119-CFAB-46AD-82CE-D016402F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AD05915-B584-4385-A7EB-F32EDC47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CDD1E8-2D19-4FB4-A814-B137A425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E33FD73-1B44-463D-B5CB-C0132701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6D43AC3-C047-448D-81B0-76CC09B9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69b40c964f544e6"/>
              </a:rPr>
              <a:t>Superpowers GitHub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D1ECB72-8221-48EA-BC0B-550F4233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935323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4EE9A0-D4B5-419B-B76C-2AE156F0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E4C46-2E2E-418F-81B3-960720CB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  产品 OpenSpec 介绍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402D61-BCCC-441F-8921-238E3116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8B37E-3B00-4294-A6D8-1003F985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CD3ED-8EC8-47E8-BA56-255E8557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A468E-4C8A-4ED0-8404-CFA6EE7E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CD6F2-0787-43FF-B460-FB081823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10D9E-28F6-4C56-958F-DC669B44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2163E-6780-479A-9B5F-889A5545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0516C1-39DE-44C7-8EC3-BF28600A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E77C9-A757-4198-82B6-C166BC94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474182-8168-4A16-B3CA-36D2E1C2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EC7CE-0F7C-4F37-86A0-7D036055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8559C-2C4E-43B8-ABD9-3C2877DB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608CD1-0396-4F1B-9EDC-4C853076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32B3B-142A-42D1-B7D8-BC99280F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482C0-2BE3-494C-B032-BD35190B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4B8EDE-3F30-4CE1-BDF5-012628BB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D347E7-4AF3-4ACF-89F4-70391CB0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112ED-B697-439E-B691-A9C2304A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F741D8-BD96-418C-8995-DD16D8A2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BA8343-42F3-49E8-8ACB-8542AA25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E6456C-9D9D-4753-A5D0-95933AC3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FA27E5-0073-4F79-AA57-79D9B7F3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1CDBA-4947-42C2-86DD-13B71C86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D68B80-B326-437F-BAB8-551CB2E1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A1C5D0-7905-460F-9921-DD5EACB2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2932EF-978B-439F-B303-A8C53633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62685C-6C83-48AC-93D5-99507F3C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E924C6-4519-49AA-BA01-A8BEBA4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57B70E-1A9B-446B-B01F-1AACEC9E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FBAD0E-C8F4-47ED-9705-65837F2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DCE8EA-C259-49E5-85CF-C9809C59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6B0F67-F09A-4B4B-A207-FD9DF3971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0E61EF-2214-4949-9B57-1FEF3F6D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8DDEFA-7C10-47A8-AFCD-71905D71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ea35dba60b9464f"/>
              </a:rPr>
              <a:t>OpenSpec GitHub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DE8020-800D-4CFB-A606-17E91CD4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247575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15B827A-B3CD-4642-86FC-E60D363C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570BC-19BE-4B12-A5F5-E7A1384D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  最佳实践：如何省 Tokens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0355E-225C-4F0A-AE8C-C61D4536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48820-C807-4E7F-AF37-5FC4F3D9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1F0B0-DD60-4390-80DA-9BA86AF1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A14C4-DFFA-4E8D-B9CF-AF75137D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3C9689-FB08-4262-928A-42E71614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2840D-8CA7-4B5A-8E7A-7CD5561A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86234-4065-4BB8-A9CF-EE53A86C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8D5F5-9677-4DAE-BDAB-949D7790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A9474-1FC9-41D1-B541-AFD419A1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7575A-27F3-43B3-83EC-A7A77B1C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56F7F-5EEA-484D-ADE5-1CAF47D1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462D3-CA17-4286-A3EE-7ADFB46A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D2D41-4F7B-4065-892F-D58048F2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B91B1C-7361-42BE-8B63-88330375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E77DB-F4ED-4B81-8683-C302FB68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35B9C-B1B7-4CC0-A91A-B67F9895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C0159-158F-4FD9-B753-6F45D295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DF3B5-D89A-4677-895F-CC29B029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7CD307-7ECB-4061-8068-8C48775B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733665-1D92-4E2C-BD32-7A08F3EC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BB50EA-AF10-4522-B1AC-08D09877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F497F6-9D47-48C0-A7B9-F375CA10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8459FE-5FA2-4268-BF9C-0F0EBF42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2C0E35-DF19-43CC-8991-35C39885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AF1357-42C0-4B38-BD48-553AE0A5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77099-2EAB-4F36-A90E-CF849FE5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749223-0AA4-49AF-844A-2487F310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9632FB-4AAF-4BFD-AE0B-6E0BB1C1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0D65CC-1C4E-4973-B2AE-1ADD730E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C34C11-DF00-46FD-A8D9-21E85282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CCA47C-681C-4460-B810-45DF9341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A6478E-0AE7-4F74-80A2-6749396A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D9B90B-9445-4BC2-8E3D-DD23FA65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8F288C-82C1-4D06-BEFB-67439BC5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142D89-FC93-418C-A740-EEFA2500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00954D-828D-4A2E-8B70-D1B87C83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BA1320-F1F3-481E-BE15-8FD16544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8E161E-C8C5-4E87-B718-56DF88EE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962752-77F4-4B44-8CA4-AA545413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81EA37-87CC-4A98-BC09-8FFB5862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948A0F1-7B9D-4102-8169-A6FDEEA6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1AB276-99B0-47F4-A051-8C2148FF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503AC3-BDB5-4AFB-8952-2B32DDF3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7DDB02-8FE9-404D-80C0-ED2D55DC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AFAC79-3755-4CC0-835F-FBA05CAE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4C24A3-5247-4F9C-B866-E9078643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1155D8-DD93-47C4-A372-464D3EE1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15BA6C-EA27-4A7F-AE03-B6CF0B2C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D39099-331C-4E70-8616-334B091E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5E5898-9C02-4DB9-A031-7BCB0E9D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1B8774-798E-4379-AC63-4B7C6963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09CEBA-94A2-478C-B470-5F65642E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756E08-A23B-47B8-8D98-C7A57D96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837ADD2-3017-4569-9DB6-32F0758C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670E71-B461-412F-881A-152CC4A9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13fb6c9698045c2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35ea52829c4488b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6a3042ddd8541ec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8c8ae0716de4a16"/>
              </a:rPr>
              <a:t> · Anthropic Prompt Caching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D229A0A-599F-4D6B-B151-96583472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859004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9A06BA3-37AB-4251-A8F4-99B50AF9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3DD96-FB7E-4C8F-A756-3ECE2E05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  Agentic Loop 工作原理总结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0DFE8-9C56-4945-AE1D-996C66F9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2C987-FAED-43BA-9C8F-D99D9BA7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15fda2fe04e0c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4C690-FBB5-4E80-9D58-FD78D980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FB66C-E371-43E7-9CDA-EC33600A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A62DF-3116-48DF-AAF8-F9C2C3D2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A60F3-FB60-4A1D-BE6D-B9B28275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00DF1-9454-4BC4-BFB8-08321E8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BEACF-53FB-4D1F-9EA4-1CCA732BD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F2DC0-369B-4684-89FF-F627178D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97C55-97E3-4BF6-8D52-49FDF34C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AC3BB-812D-4828-93DF-5E4CC7D7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82D7C-D135-4F8F-B4B4-905525D7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B5AD1-6913-49DB-9890-424AB5F6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AE68A8-FD6C-49B3-8EFE-DD97544C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7682E-8385-4467-BD6F-889B8822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A47130-A1E7-46FC-8EF1-919F734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7D13B-51FD-4329-831C-65E256B9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4CC050-F859-4A24-9068-B4FA5350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D14445-BFC8-43BA-BADD-69933A26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7B01EA-DB75-49B6-9125-B18EA2B1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DC0E7-7B45-4B0C-B7F2-B45385C2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3304CB-D5F4-4369-B802-5F598486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52768C-7866-424D-8138-D9EC234B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58297C-D8EE-4381-A7C1-D6E80540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8714ED-A5E5-493F-A44A-DA194820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9998B2-CDAA-4977-B50F-F73BF3BD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626DC4-E96B-44AD-8FFC-37284D02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659BEE-5147-4EAA-9069-D36DD47A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CACB3D-EFE7-4B46-BF9E-DA835400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A68C78-B49E-4891-A8D0-B5316853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298711-8D5C-4408-A959-DF3F36C1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3858AB-61E8-4AF8-B822-2C861CEB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D04808-D3E1-4863-8944-D3A1F5B7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E56375-AEEA-4FF5-83EA-9FD9A7AE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5FA7D9-8792-4F07-BDEC-2C39AF90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AF4331-CEBA-4B03-B5E0-E81E4F4C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DF82CF-9BD7-49B1-99B9-D6953E9B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D1BED7-6835-4533-9BA5-C0102DD0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47181D-59AC-43B5-A56C-C1892C15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3D2B89-5943-416E-8B95-58FE6916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37D173-E04C-4CFF-BA0A-DE489432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72FC89-C20B-494E-9486-43290F61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D57BE7-671F-4FDC-8E4F-49EAEA58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FE9FAB-6B6F-4E22-B8C0-A49C0410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7ADB76-8F06-43DB-B5C7-37D3E792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2DF5AD-072C-4F5D-BC13-4F3C00F8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6BF3345-5717-44F8-8E4C-43860737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0C3C63-0B11-4B78-A5B3-5B19D5EE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ECA6EAD-3722-4667-B39C-0AAACD56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E7A5FB-388C-4806-AF9A-E9E966CB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4E89D5-3E05-46F0-BA7B-8F60F934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A07120-F032-441F-A3DA-224C1C46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A7F0CE3-6FAF-4CCA-AFA9-C86C89F0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ABEA31B-35C2-4736-B335-F9935F80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648898F-4DA9-4691-B602-0F803381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72AD07D-5F4B-43AC-8902-A4CEE508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D1AD88F-C2A1-4D2A-A4A0-D39EEE33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dffe81a55474e33"/>
              </a:rPr>
              <a:t>智谱：Coding Agent工作原理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30A3A71-A8FF-4CED-9BC7-7170B798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744771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2923210-F4E1-4FA5-AC0E-B7E503D3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0">
            <a:solidFill>
              <a:srgbClr val="C7000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7B960-4496-4B63-9BA1-72C9156C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  Coding Agent 常见工作流总结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D0A63-BAE7-4F55-81CA-5C8A7152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19766-430B-43CD-99B8-038F8319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00DED-5CA1-43B1-A147-9EF160EC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0EC04-E865-407A-90D5-20519603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C3727-B4D2-428F-AC2D-6C3E6186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20774E-63F4-4C63-8203-A003FDD4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E76CD-EA26-417A-A0B0-596CFBA0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7AE48-5B2A-4BC9-A0D6-712BDEEF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55888-3E0B-4239-96D2-CACB37E5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CB64C-EA3A-4414-A20B-4299A2B7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9B101-53E4-4281-8D31-92020A2D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7A1F29-4FBA-4ACC-8819-3FF7C566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21E67-9DFD-411A-8D7E-78F909EC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B46E5E-D1F7-4A66-AE7A-988DDC3B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FFEDD-77FF-4404-B247-0FEF9F7A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AE1866-6054-4A7E-B61C-D59E25F7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BA597-610A-4339-92AB-B9D7ADED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484AA0-33D3-43F1-BF57-C762D825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8B484-96D5-4300-9FB0-FF695BD0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5B1B1-8B63-4F88-9D4E-DF651D69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257A05-B56B-461C-878F-DB0CD12C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1FD72-B5F9-4E62-8910-559E344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685B17-9699-4B41-8391-69298701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291240-88AF-4E20-B79E-620C15A3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B7CFBE-BEF5-4770-8F65-00912E9D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C8224E-CA9E-4239-BBE5-4646A7AA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0114A3-617A-42C8-9617-88AF2E37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2CB832-3741-4A2F-8F22-EBE3D2F9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4347E7-3D94-4CBA-81E9-799FE523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C74123-1479-434E-9863-053CBEC1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4"/>
          </a:solidFill>
          <a:ln xmlns:a="http://schemas.openxmlformats.org/drawingml/2006/main" w="9525">
            <a:solidFill>
              <a:srgbClr val="C700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C16845-C462-4CB0-9AF9-9C010BCD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5C4301-4955-48E5-912B-BE800853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5F4F4C-7823-4557-A632-D5C59BFD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19EB1-D75E-475E-9538-F1C7CA84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CB3465-8C7A-4409-8B89-29EB4A40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08BF8E-A866-4306-B6F2-7A14CF5C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145987-6C06-4F28-9B86-06B9B29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9283D3-97F0-4059-AC58-4D920D84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1747A4-BF9B-4204-88AE-AC416BA2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E050B8-E56C-43FE-B0E6-A71BBE40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289D31-6537-41A5-BE53-CA81DB50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934142-639B-4156-A447-2CCBA5C6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67768C-6708-48AE-A8C8-664AA130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F6F69D-3B33-41EE-B01E-A544F1A0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D85874-29FE-414F-BD5E-53829B22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1C5AB7B-53BE-42B3-A95A-E3A58794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584F8B-6401-4FBD-97BA-290FBC7B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90974D-42D9-47DD-849A-7A92148C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0C911B-AD5E-49A5-95F7-403BAC0E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3D9CBE-1F6F-46D0-8159-CDB8C7BA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807BE2-9399-4BCD-A09A-269E1E9C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B4A4A5-5D6E-4CCD-883F-73DFD83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383B93-121F-4FE4-A95E-30180309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CF065ED-CC3D-4A95-A03B-C4A3FA86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10CEDA-9741-42E4-A7A1-C1D1F48D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9986FF-9CA5-43D5-96FB-DC42F9A3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E4B098-58AE-4550-8CEC-AD32BCC3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F697CF-C789-4457-AA29-92BADC11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0E521B-FB68-4D66-996D-1ED07F8E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8BB914-4CC6-4B1C-BD80-B2EF903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8F465E-3772-4227-824E-B0A08B16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BE6409-CE1D-4D5E-80D0-53BE41F6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F8DA774-43FF-4648-A506-278150B1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6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1DDC35D-2B1D-4A15-953E-0529F38F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05575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内部公开  |  官网资料复核：2026-07-23  |  来源：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23464334c394ec9"/>
              </a:rPr>
              <a:t>智谱：常用工作流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87F9015-71EE-4359-AADB-6D045DC7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960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655131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2026-07-23T03:33:30.2160000Z</dcterms:created>
  <dcterms:modified xsi:type="dcterms:W3CDTF">2026-07-23T03:33:30.2160000Z</dcterms:modified>
</coreProperties>
</file>