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bc3cae89204ce5" /><Relationship Type="http://schemas.openxmlformats.org/officeDocument/2006/relationships/extended-properties" Target="/docProps/app.xml" Id="R5bca27d91f70494c" /><Relationship Type="http://schemas.openxmlformats.org/officeDocument/2006/relationships/officeDocument" Target="/ppt/presentation.xml" Id="R95064011d95442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8aa67825314faa"/>
  </p:sldMasterIdLst>
  <p:notesMasterIdLst>
    <p:notesMasterId xmlns:r="http://schemas.openxmlformats.org/officeDocument/2006/relationships" r:id="R623fb364e5a044fc"/>
  </p:notesMasterIdLst>
  <p:sldIdLst>
    <p:sldId xmlns:r="http://schemas.openxmlformats.org/officeDocument/2006/relationships" id="256" r:id="Rd997d64191f44104"/>
    <p:sldId xmlns:r="http://schemas.openxmlformats.org/officeDocument/2006/relationships" id="257" r:id="R11a26258996e4bb3"/>
    <p:sldId xmlns:r="http://schemas.openxmlformats.org/officeDocument/2006/relationships" id="258" r:id="R86db095a1ba04745"/>
    <p:sldId xmlns:r="http://schemas.openxmlformats.org/officeDocument/2006/relationships" id="259" r:id="R563e262c2188491a"/>
    <p:sldId xmlns:r="http://schemas.openxmlformats.org/officeDocument/2006/relationships" id="260" r:id="R15bf600d22874229"/>
    <p:sldId xmlns:r="http://schemas.openxmlformats.org/officeDocument/2006/relationships" id="261" r:id="R24e45f6e03f74573"/>
    <p:sldId xmlns:r="http://schemas.openxmlformats.org/officeDocument/2006/relationships" id="262" r:id="R7ed071c27fcd4272"/>
    <p:sldId xmlns:r="http://schemas.openxmlformats.org/officeDocument/2006/relationships" id="263" r:id="Rc30e8f1b92744732"/>
    <p:sldId xmlns:r="http://schemas.openxmlformats.org/officeDocument/2006/relationships" id="264" r:id="R0f43bb8899f14d8e"/>
    <p:sldId xmlns:r="http://schemas.openxmlformats.org/officeDocument/2006/relationships" id="265" r:id="R9441e716991647a5"/>
    <p:sldId xmlns:r="http://schemas.openxmlformats.org/officeDocument/2006/relationships" id="266" r:id="R3ff861c7ae7c4b15"/>
    <p:sldId xmlns:r="http://schemas.openxmlformats.org/officeDocument/2006/relationships" id="267" r:id="Ra5cd35be1e164fd7"/>
    <p:sldId xmlns:r="http://schemas.openxmlformats.org/officeDocument/2006/relationships" id="268" r:id="Rcfb417ed37a4463a"/>
    <p:sldId xmlns:r="http://schemas.openxmlformats.org/officeDocument/2006/relationships" id="269" r:id="R557ae93301d04fee"/>
    <p:sldId xmlns:r="http://schemas.openxmlformats.org/officeDocument/2006/relationships" id="270" r:id="Rf3624661e3dd4280"/>
    <p:sldId xmlns:r="http://schemas.openxmlformats.org/officeDocument/2006/relationships" id="271" r:id="Rad33de32a3b84c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b78287a6c6472b" /><Relationship Type="http://schemas.openxmlformats.org/officeDocument/2006/relationships/slideMaster" Target="/ppt/slideMasters/slideMaster1.xml" Id="R808aa67825314faa" /><Relationship Type="http://schemas.openxmlformats.org/officeDocument/2006/relationships/notesMaster" Target="/ppt/notesMasters/notesMaster1.xml" Id="R623fb364e5a044fc" /><Relationship Type="http://schemas.openxmlformats.org/officeDocument/2006/relationships/presProps" Target="/ppt/presProps.xml" Id="Ra192531d5ac046d8" /><Relationship Type="http://schemas.openxmlformats.org/officeDocument/2006/relationships/tableStyles" Target="/ppt/tableStyles.xml" Id="R2e3935881cca4252" /><Relationship Type="http://schemas.openxmlformats.org/officeDocument/2006/relationships/slide" Target="/ppt/slides/slide1.xml" Id="Rd997d64191f44104" /><Relationship Type="http://schemas.openxmlformats.org/officeDocument/2006/relationships/slide" Target="/ppt/slides/slide2.xml" Id="R11a26258996e4bb3" /><Relationship Type="http://schemas.openxmlformats.org/officeDocument/2006/relationships/slide" Target="/ppt/slides/slide3.xml" Id="R86db095a1ba04745" /><Relationship Type="http://schemas.openxmlformats.org/officeDocument/2006/relationships/slide" Target="/ppt/slides/slide4.xml" Id="R563e262c2188491a" /><Relationship Type="http://schemas.openxmlformats.org/officeDocument/2006/relationships/slide" Target="/ppt/slides/slide5.xml" Id="R15bf600d22874229" /><Relationship Type="http://schemas.openxmlformats.org/officeDocument/2006/relationships/slide" Target="/ppt/slides/slide6.xml" Id="R24e45f6e03f74573" /><Relationship Type="http://schemas.openxmlformats.org/officeDocument/2006/relationships/slide" Target="/ppt/slides/slide7.xml" Id="R7ed071c27fcd4272" /><Relationship Type="http://schemas.openxmlformats.org/officeDocument/2006/relationships/slide" Target="/ppt/slides/slide8.xml" Id="Rc30e8f1b92744732" /><Relationship Type="http://schemas.openxmlformats.org/officeDocument/2006/relationships/slide" Target="/ppt/slides/slide9.xml" Id="R0f43bb8899f14d8e" /><Relationship Type="http://schemas.openxmlformats.org/officeDocument/2006/relationships/slide" Target="/ppt/slides/slide10.xml" Id="R9441e716991647a5" /><Relationship Type="http://schemas.openxmlformats.org/officeDocument/2006/relationships/slide" Target="/ppt/slides/slide11.xml" Id="R3ff861c7ae7c4b15" /><Relationship Type="http://schemas.openxmlformats.org/officeDocument/2006/relationships/slide" Target="/ppt/slides/slide12.xml" Id="Ra5cd35be1e164fd7" /><Relationship Type="http://schemas.openxmlformats.org/officeDocument/2006/relationships/slide" Target="/ppt/slides/slide13.xml" Id="Rcfb417ed37a4463a" /><Relationship Type="http://schemas.openxmlformats.org/officeDocument/2006/relationships/slide" Target="/ppt/slides/slide14.xml" Id="R557ae93301d04fee" /><Relationship Type="http://schemas.openxmlformats.org/officeDocument/2006/relationships/slide" Target="/ppt/slides/slide15.xml" Id="Rf3624661e3dd4280" /><Relationship Type="http://schemas.openxmlformats.org/officeDocument/2006/relationships/slide" Target="/ppt/slides/slide16.xml" Id="Rad33de32a3b84c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779508b9434e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aea1057eaa4f64" /><Relationship Type="http://schemas.openxmlformats.org/officeDocument/2006/relationships/notesMaster" Target="/ppt/notesMasters/notesMaster1.xml" Id="R0da741f0f19b48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e7fd80ecb64341" /><Relationship Type="http://schemas.openxmlformats.org/officeDocument/2006/relationships/notesMaster" Target="/ppt/notesMasters/notesMaster1.xml" Id="R71f8050b21dc4c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f2402a3da54f03" /><Relationship Type="http://schemas.openxmlformats.org/officeDocument/2006/relationships/notesMaster" Target="/ppt/notesMasters/notesMaster1.xml" Id="Ra119b6e1e96348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49fca723a6421b" /><Relationship Type="http://schemas.openxmlformats.org/officeDocument/2006/relationships/notesMaster" Target="/ppt/notesMasters/notesMaster1.xml" Id="R1285b650057e46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203d7f77f64328" /><Relationship Type="http://schemas.openxmlformats.org/officeDocument/2006/relationships/notesMaster" Target="/ppt/notesMasters/notesMaster1.xml" Id="R995d9b86685744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614f67b74e4175" /><Relationship Type="http://schemas.openxmlformats.org/officeDocument/2006/relationships/notesMaster" Target="/ppt/notesMasters/notesMaster1.xml" Id="R4d3e8d94812445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51e4caf0dd4865" /><Relationship Type="http://schemas.openxmlformats.org/officeDocument/2006/relationships/notesMaster" Target="/ppt/notesMasters/notesMaster1.xml" Id="R7b26a8e85b8f4d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9137ed3b4b4192" /><Relationship Type="http://schemas.openxmlformats.org/officeDocument/2006/relationships/notesMaster" Target="/ppt/notesMasters/notesMaster1.xml" Id="R5eee921833eb41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f02da42b5440a1" /><Relationship Type="http://schemas.openxmlformats.org/officeDocument/2006/relationships/notesMaster" Target="/ppt/notesMasters/notesMaster1.xml" Id="R8e4d6388aabf4f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a8f0672d5348e1" /><Relationship Type="http://schemas.openxmlformats.org/officeDocument/2006/relationships/notesMaster" Target="/ppt/notesMasters/notesMaster1.xml" Id="R9831c093ea7946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163140c3534389" /><Relationship Type="http://schemas.openxmlformats.org/officeDocument/2006/relationships/notesMaster" Target="/ppt/notesMasters/notesMaster1.xml" Id="R733e0c3ff2d149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9598485940426b" /><Relationship Type="http://schemas.openxmlformats.org/officeDocument/2006/relationships/notesMaster" Target="/ppt/notesMasters/notesMaster1.xml" Id="R5af315d7c88c45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ce8b7bf3a240e2" /><Relationship Type="http://schemas.openxmlformats.org/officeDocument/2006/relationships/notesMaster" Target="/ppt/notesMasters/notesMaster1.xml" Id="Redc451d69efb482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36574e6c5744a7" /><Relationship Type="http://schemas.openxmlformats.org/officeDocument/2006/relationships/notesMaster" Target="/ppt/notesMasters/notesMaster1.xml" Id="R39c1fdab15f441b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414e2ca65948f0" /><Relationship Type="http://schemas.openxmlformats.org/officeDocument/2006/relationships/notesMaster" Target="/ppt/notesMasters/notesMaster1.xml" Id="R28cd69b7828649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f290e5231244df" /><Relationship Type="http://schemas.openxmlformats.org/officeDocument/2006/relationships/notesMaster" Target="/ppt/notesMasters/notesMaster1.xml" Id="R7d278499698c44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3bb2b6529f48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e1ae55696541fc" /><Relationship Type="http://schemas.openxmlformats.org/officeDocument/2006/relationships/slideLayout" Target="/ppt/slideLayouts/slideLayout1.xml" Id="R465b9ad005664f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5b9ad005664f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3dd369e0c4796" /><Relationship Type="http://schemas.openxmlformats.org/officeDocument/2006/relationships/image" Target="/ppt/media/image.png" Id="Re66981ed60b54757" /><Relationship Type="http://schemas.openxmlformats.org/officeDocument/2006/relationships/image" Target="/ppt/media/image2.png" Id="R338ea59620fa4339" /><Relationship Type="http://schemas.openxmlformats.org/officeDocument/2006/relationships/notesSlide" Target="/ppt/notesSlides/notesSlide1.xml" Id="R3e032f7163b94c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a68011e434199" /><Relationship Type="http://schemas.openxmlformats.org/officeDocument/2006/relationships/hyperlink" Target="https://support.huaweicloud.com/productdesc-codeartssnap/codeartsdoer_pd_0001.html" TargetMode="External" Id="R3ab764f163924f73" /><Relationship Type="http://schemas.openxmlformats.org/officeDocument/2006/relationships/hyperlink" Target="https://code.claude.com/docs/en/overview" TargetMode="External" Id="R0229f7b12372463c" /><Relationship Type="http://schemas.openxmlformats.org/officeDocument/2006/relationships/hyperlink" Target="https://docs.qoder.com/" TargetMode="External" Id="R28811f3e1fbf48ca" /><Relationship Type="http://schemas.openxmlformats.org/officeDocument/2006/relationships/hyperlink" Target="https://learn.chatgpt.com/docs" TargetMode="External" Id="R3be85c2c3efb4c06" /><Relationship Type="http://schemas.openxmlformats.org/officeDocument/2006/relationships/notesSlide" Target="/ppt/notesSlides/notesSlide2.xml" Id="R1eebf85ef4fb4b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b8e8fa90a4bcf" /><Relationship Type="http://schemas.openxmlformats.org/officeDocument/2006/relationships/hyperlink" Target="https://codearts.huaweicloud.com/pricing.html" TargetMode="External" Id="R06dd886432e84b7f" /><Relationship Type="http://schemas.openxmlformats.org/officeDocument/2006/relationships/hyperlink" Target="https://support.claude.com/en/articles/11049762-choose-a-claude-plan" TargetMode="External" Id="Rbe8f8de88a73466a" /><Relationship Type="http://schemas.openxmlformats.org/officeDocument/2006/relationships/hyperlink" Target="https://docs.qoder.com/account/pricing" TargetMode="External" Id="Rec4e23649c7a446e" /><Relationship Type="http://schemas.openxmlformats.org/officeDocument/2006/relationships/hyperlink" Target="https://learn.chatgpt.com/docs/pricing" TargetMode="External" Id="R98ab1b7ec0d34717" /><Relationship Type="http://schemas.openxmlformats.org/officeDocument/2006/relationships/notesSlide" Target="/ppt/notesSlides/notesSlide3.xml" Id="R7ab3248a887040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150e0a5da402c" /><Relationship Type="http://schemas.openxmlformats.org/officeDocument/2006/relationships/hyperlink" Target="https://codearts.huaweicloud.com/pricing.html" TargetMode="External" Id="Rd65e949bbd9d4493" /><Relationship Type="http://schemas.openxmlformats.org/officeDocument/2006/relationships/hyperlink" Target="https://docs.qoder.com/account/pricing" TargetMode="External" Id="R91581025f3f34ddf" /><Relationship Type="http://schemas.openxmlformats.org/officeDocument/2006/relationships/hyperlink" Target="https://cursor.com/pricing" TargetMode="External" Id="Rac3aec01d2c94d2a" /><Relationship Type="http://schemas.openxmlformats.org/officeDocument/2006/relationships/hyperlink" Target="https://www.trae.ai/pricing" TargetMode="External" Id="Rc45e075230fe41d7" /><Relationship Type="http://schemas.openxmlformats.org/officeDocument/2006/relationships/notesSlide" Target="/ppt/notesSlides/notesSlide4.xml" Id="Radbc57e8a1714d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7c3552c464b49" /><Relationship Type="http://schemas.openxmlformats.org/officeDocument/2006/relationships/image" Target="/ppt/media/image.jpeg" Id="R91ff2f4d338b4ba5" /><Relationship Type="http://schemas.openxmlformats.org/officeDocument/2006/relationships/hyperlink" Target="https://docs.qoder.com/account/enterprise/knowledge-base" TargetMode="External" Id="R859e9bc401c34b05" /><Relationship Type="http://schemas.openxmlformats.org/officeDocument/2006/relationships/hyperlink" Target="https://qoder.com/blog/qoder-llm?type=%E6%8A%80%E6%9C%AF" TargetMode="External" Id="R75279e1d774a4aa9" /><Relationship Type="http://schemas.openxmlformats.org/officeDocument/2006/relationships/hyperlink" Target="https://support.huaweicloud.com/usermanual-codeartssnap/codeartsagent_ug_0001.html" TargetMode="External" Id="Rda6fec57476541eb" /><Relationship Type="http://schemas.openxmlformats.org/officeDocument/2006/relationships/notesSlide" Target="/ppt/notesSlides/notesSlide5.xml" Id="Rd0ed614a40e240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b0d59ba85493d" /><Relationship Type="http://schemas.openxmlformats.org/officeDocument/2006/relationships/image" Target="/ppt/media/image.bin" Id="R7c614372db4a4821" /><Relationship Type="http://schemas.openxmlformats.org/officeDocument/2006/relationships/hyperlink" Target="https://qoder.com/blog/qoder-v1-mega-rewrite" TargetMode="External" Id="R16f0be630aed498d" /><Relationship Type="http://schemas.openxmlformats.org/officeDocument/2006/relationships/hyperlink" Target="https://docs.qoder.com/user-guide/quest/execution-environments" TargetMode="External" Id="R7410b56f9f8049b5" /><Relationship Type="http://schemas.openxmlformats.org/officeDocument/2006/relationships/notesSlide" Target="/ppt/notesSlides/notesSlide6.xml" Id="R86edb8146df747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6d06d8c3443a7" /><Relationship Type="http://schemas.openxmlformats.org/officeDocument/2006/relationships/hyperlink" Target="https://support.huaweicloud.com/usermanual-codeartssnap/codeartsagent_ug_0001.html" TargetMode="External" Id="Rf9429c3852054ce7" /><Relationship Type="http://schemas.openxmlformats.org/officeDocument/2006/relationships/hyperlink" Target="https://docs.qoder.com/user-guide/indexing" TargetMode="External" Id="R474ad79432d644bd" /><Relationship Type="http://schemas.openxmlformats.org/officeDocument/2006/relationships/hyperlink" Target="https://docs.qoder.com/user-guide/repo-wiki" TargetMode="External" Id="R822aece4136844a1" /><Relationship Type="http://schemas.openxmlformats.org/officeDocument/2006/relationships/hyperlink" Target="https://docs.qoder.com/account/enterprise/qmind" TargetMode="External" Id="R5667fd0758414041" /><Relationship Type="http://schemas.openxmlformats.org/officeDocument/2006/relationships/notesSlide" Target="/ppt/notesSlides/notesSlide7.xml" Id="R8be88cace11347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71f8dc4c24935" /><Relationship Type="http://schemas.openxmlformats.org/officeDocument/2006/relationships/hyperlink" Target="https://code.claude.com/docs/en/workflows" TargetMode="External" Id="R7e4c4df029a241e4" /><Relationship Type="http://schemas.openxmlformats.org/officeDocument/2006/relationships/hyperlink" Target="https://code.claude.com/docs/en/goal" TargetMode="External" Id="Rcdabe631c40b4229" /><Relationship Type="http://schemas.openxmlformats.org/officeDocument/2006/relationships/hyperlink" Target="https://docs.qoder.com/user-guide/quest/spec-driven" TargetMode="External" Id="Rffdf43ed4ae941ae" /><Relationship Type="http://schemas.openxmlformats.org/officeDocument/2006/relationships/hyperlink" Target="https://docs.trae.ai/ide/solo-mode" TargetMode="External" Id="R0fe868042e874ec2" /><Relationship Type="http://schemas.openxmlformats.org/officeDocument/2006/relationships/notesSlide" Target="/ppt/notesSlides/notesSlide8.xml" Id="Rad10191367f04b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a97b1ee364165" /><Relationship Type="http://schemas.openxmlformats.org/officeDocument/2006/relationships/hyperlink" Target="https://code.claude.com/docs/en/agent-teams" TargetMode="External" Id="Rde66260639144952" /><Relationship Type="http://schemas.openxmlformats.org/officeDocument/2006/relationships/hyperlink" Target="https://code.claude.com/docs/en/workflows" TargetMode="External" Id="Rdd47e4e4aec64d5b" /><Relationship Type="http://schemas.openxmlformats.org/officeDocument/2006/relationships/hyperlink" Target="https://docs.qoder.com/user-guide/quest/overview" TargetMode="External" Id="R886cf53408c046f5" /><Relationship Type="http://schemas.openxmlformats.org/officeDocument/2006/relationships/hyperlink" Target="https://support.huaweicloud.com/usermanual-codeartssnap/codeartsagent_ug_0052.html" TargetMode="External" Id="Rcea6462206774676" /><Relationship Type="http://schemas.openxmlformats.org/officeDocument/2006/relationships/notesSlide" Target="/ppt/notesSlides/notesSlide9.xml" Id="R7b7036b814594e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266cb28a541cb" /><Relationship Type="http://schemas.openxmlformats.org/officeDocument/2006/relationships/image" Target="/ppt/media/image3.png" Id="R7bd99c3ecc86497d" /><Relationship Type="http://schemas.openxmlformats.org/officeDocument/2006/relationships/hyperlink" Target="https://docs.trae.ai/ide/figma-to-code" TargetMode="External" Id="Rf7d03e569123420c" /><Relationship Type="http://schemas.openxmlformats.org/officeDocument/2006/relationships/hyperlink" Target="https://help.figma.com/hc/en-us/categories/14559151746583-Dev-Mode" TargetMode="External" Id="R6dd148ca726440de" /><Relationship Type="http://schemas.openxmlformats.org/officeDocument/2006/relationships/notesSlide" Target="/ppt/notesSlides/notesSlide10.xml" Id="R9f5953aa1e854b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d86c5debf4d1d" /><Relationship Type="http://schemas.openxmlformats.org/officeDocument/2006/relationships/hyperlink" Target="https://learn.chatgpt.com/docs/browser" TargetMode="External" Id="Rc2597fe41403420d" /><Relationship Type="http://schemas.openxmlformats.org/officeDocument/2006/relationships/hyperlink" Target="https://docs.trae.ai/ide/browser-and-preview" TargetMode="External" Id="R9d82a90bb5784a94" /><Relationship Type="http://schemas.openxmlformats.org/officeDocument/2006/relationships/hyperlink" Target="https://playwright.dev/docs/best-practices" TargetMode="External" Id="R4a8a07b95d824406" /><Relationship Type="http://schemas.openxmlformats.org/officeDocument/2006/relationships/notesSlide" Target="/ppt/notesSlides/notesSlide11.xml" Id="Rcdb5f3c19b1c40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29c96a20e4958" /><Relationship Type="http://schemas.openxmlformats.org/officeDocument/2006/relationships/hyperlink" Target="https://github.com/obra/superpowers" TargetMode="External" Id="R3cac97b5cda344ac" /><Relationship Type="http://schemas.openxmlformats.org/officeDocument/2006/relationships/notesSlide" Target="/ppt/notesSlides/notesSlide12.xml" Id="Ra074b72738e74ef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8b091b52a4f0c" /><Relationship Type="http://schemas.openxmlformats.org/officeDocument/2006/relationships/hyperlink" Target="https://github.com/Fission-AI/OpenSpec" TargetMode="External" Id="R67119fd429b348df" /><Relationship Type="http://schemas.openxmlformats.org/officeDocument/2006/relationships/notesSlide" Target="/ppt/notesSlides/notesSlide13.xml" Id="R957b79078b0448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b5acf1a53445b" /><Relationship Type="http://schemas.openxmlformats.org/officeDocument/2006/relationships/hyperlink" Target="https://learn.chatgpt.com/docs/pricing" TargetMode="External" Id="Rbd582865b5be4ec4" /><Relationship Type="http://schemas.openxmlformats.org/officeDocument/2006/relationships/hyperlink" Target="https://platform.openai.com/docs/guides/prompt-caching" TargetMode="External" Id="Ra56583c7826f411f" /><Relationship Type="http://schemas.openxmlformats.org/officeDocument/2006/relationships/hyperlink" Target="https://docs.qoder.com/user-guide/context-compression" TargetMode="External" Id="R7816c5107cce477f" /><Relationship Type="http://schemas.openxmlformats.org/officeDocument/2006/relationships/hyperlink" Target="https://docs.anthropic.com/en/docs/build-with-claude/prompt-caching" TargetMode="External" Id="Rb33223db577b4556" /><Relationship Type="http://schemas.openxmlformats.org/officeDocument/2006/relationships/notesSlide" Target="/ppt/notesSlides/notesSlide14.xml" Id="R7864b2d6b4b14e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fc8bd5bfa4701" /><Relationship Type="http://schemas.openxmlformats.org/officeDocument/2006/relationships/image" Target="/ppt/media/image4.png" Id="R30a1dfe3bbe24a2c" /><Relationship Type="http://schemas.openxmlformats.org/officeDocument/2006/relationships/hyperlink" Target="https://docs.bigmodel.cn/cn/coding-plan/learning-resources/how-coding-agent-works" TargetMode="External" Id="Rb80b2fa7b0b44dc1" /><Relationship Type="http://schemas.openxmlformats.org/officeDocument/2006/relationships/notesSlide" Target="/ppt/notesSlides/notesSlide15.xml" Id="R25b9273827584c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af95b95034636" /><Relationship Type="http://schemas.openxmlformats.org/officeDocument/2006/relationships/hyperlink" Target="https://docs.bigmodel.cn/cn/coding-plan/learning-resources/common-workflow" TargetMode="External" Id="R70a79f1e58484713" /><Relationship Type="http://schemas.openxmlformats.org/officeDocument/2006/relationships/notesSlide" Target="/ppt/notesSlides/notesSlide16.xml" Id="R08c3422b31394b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981ed60b5475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5E7A7-416C-4C4C-AAC1-6160983F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9BEA1-ADD8-4DA7-ADB1-52A51C32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1883B-FEB8-42B7-9E2E-9AC4D540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97A9B-B688-4010-812B-41C33711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A1972-65A4-4DDC-B6D6-6CFF5747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EBDDE-2446-4207-9898-95EEA3DC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15B9C-CD18-47CC-9E04-EEF2C175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1B306-ACB2-4F62-A492-B58AED40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A3D9B-EE1E-46C6-ADCD-4DE8FDD5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371C0-49CF-4D4E-9B5C-EE5459B0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1197B-462D-4A51-A000-37E5EA2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E2970-7F00-4B0F-8FCD-1E0719FC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E4B3B-C3A5-4BEB-BC49-4B9DEA8A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373CA0-599A-4579-B4E2-544C31AA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DA903-E2F6-45AB-AC65-9BE96F13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8E728-F17E-49D1-87E0-51137827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15CDC-A37A-46C7-A4B7-DB856CC4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7A24B-F57C-465B-A76B-95784B81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ea59620fa4339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BA5C2-E428-4965-B263-30B1A4F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296025"/>
            <a:ext cx="2524125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HUAWEI 与华为标识为华为技术有限公司商标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B59119-4E88-4630-8222-C7BA447A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0077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AI Coding 工具能力赋能 · 华为企业解决方案风格版</a:t>
            </a:r>
          </a:p>
        </p:txBody>
      </p:sp>
    </p:spTree>
    <p:extLst>
      <p:ext uri="{BB962C8B-B14F-4D97-AF65-F5344CB8AC3E}">
        <p14:creationId xmlns:p14="http://schemas.microsoft.com/office/powerpoint/2010/main" val="14324456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0D5F2C-17C1-474F-9002-8CEA8FEB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C18B9-EF1A-44E2-A14A-008F9596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能力分类总览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0AAE2-EEE4-481D-9236-D084EA70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E1A64-2A65-469F-856F-27EBDF61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24D72-2318-47A2-B53D-EBB9193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D2CBE-80DE-4B8B-8404-ADC6FD91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1338D-6315-40EB-927D-C2D07380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89E0B-EE35-49B8-81C6-9E2B9C2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059C6-0DEC-4217-AE37-90CABFFE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56DAF6-06F9-4F70-97FD-48A8A773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6F30D-A5ED-4CF5-945D-18B83BDE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A4377-83E8-45A0-AC8F-557678D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73EB1-A621-4928-8617-DC53298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F66E5-C7D9-486C-99F3-1E7B1473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490A7-F67A-4B28-951B-E1419951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0C491-7470-4E74-95E3-1D48DE46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26169A-D569-479A-A3C9-C6AF19C1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6401C-6217-45EC-99E1-F5780480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F2108-6421-46AC-A486-D6E86727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4560DC-5E2C-4CA6-AC95-F90D5BE9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67C5A-8639-44B9-A0E8-9109F191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F18DB-09B1-4A02-837B-0BE2A9A0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E4DC7-98BA-48A8-9442-4344B8CC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EB27F3-9E6A-4403-9A56-65808150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58BE47-A0E7-40F2-96FD-33DA0BC1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8269DA-AF4E-4DCC-9A5F-B206F132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7AA5E9-C4D9-4258-8848-DC638DDD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FD9250-A30A-455E-ACB9-8ED871B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768AA0-8E6F-4EB2-8240-093D1A39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B80EF3-CD9A-41A7-9F96-D280F531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5314A1-D793-4714-920B-8E54E41F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B610DD-D195-4A67-BAD1-6FFD5B55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235245-C9E1-4972-96E8-1DAA9999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7BD1C2-81DC-4C0D-A444-E1FD0949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89CB3B-F5DA-4E82-AA90-DEC2CDD5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9B901B-28D9-40AE-91E5-A37139CE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ab764f163924f73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229f7b12372463c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8811f3e1fbf48ca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be85c2c3efb4c06"/>
              </a:rPr>
              <a:t> · Codex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E60E58-7A77-43F6-8BDD-872CB0E5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451532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D0F150-B298-4A0F-8893-6169C93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C58B8-B4C1-413B-A6F9-6EB768CF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套餐差异总览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C94A5-F8BD-48BB-B260-392BCA43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E48B1-D3EC-4DF3-8557-77FB4064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5F53F-D01C-4A64-9611-BEF2BC27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7CD12D-F5FE-42E4-85F4-D843F845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3DF9C-E6D3-4649-9267-E76415DA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3B471-8806-4B7C-84D1-6F21C4C6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59E4F-3E94-44AE-B525-AD4AB947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43455-20AE-4E86-BFF5-796359E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6635F-ED55-4E02-95A2-B9D46802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628AE-9EBE-491C-A756-7D6CC802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9F060-5FB9-4092-BB6A-852D461E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B9AAE-B00A-4AAF-A179-A921872A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B8498-FD99-4DAF-8854-CE08F73E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FA1B5-8A4B-462E-A9CB-F5CD353D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B2957-0888-4C78-BE97-0C7CBDC2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A642EE-3A1F-4013-AFF1-DA8FAAB1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3E538-74C2-4F84-8153-7137F13D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0E306-E0F6-4F5C-89AD-253566AD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613F77-EC03-48D1-A134-28D3C4BE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1E65F-A70D-4F20-9927-CB757989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A11A70-184F-4D4E-90C9-F01446E1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772B6D-9ED0-45F1-9318-DDCC3A8D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C7FDA0-B968-4498-9148-F1A24D0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7CAAFE-9132-4C6F-B4E9-05400A57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1293A9-8EDB-4DC4-B91C-87E6CAB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0E9CF-A7BA-4184-BDC7-E9ECD386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78C7BA-D464-42BA-B5B8-D65165DD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713426-D293-4350-848F-88A4ED45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E08E14-CBD2-455D-A5B1-77322628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094993-941C-47FE-B527-3B31CB92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29E4E4-441E-4420-AB7E-EDB1DA24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A44BE7-3AED-4369-8C64-84853F06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521128-D391-4BCD-96E2-C9C54844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60A0FB-8FDA-4B84-B5CF-98B73E20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25CBBE-2585-4A5B-8E37-8784A23B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F26298-7255-4DE6-ADE2-E6694AAB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EB64B6-87DF-4E59-9035-ADB02EB1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6C9000-9D73-470E-ADAE-5CDBAB02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640C553-4AE4-4F43-A44A-C6163133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D59A48-5425-4AC3-B31E-51C275E7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FFF7B0-F4BF-4A56-B5D1-CAE7A3ED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5E4F92-2AA9-43CF-B9F1-69346429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BE6565-F49A-456A-9905-FB5D7775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AFA354-8004-40C7-8244-F50EDAA9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1FB134-ADED-4992-B707-6476E2EA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8F2458-8478-44C3-960E-4B15998C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FDB656-DC9B-43DE-970C-BCA73F27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BE479E-2B33-432E-9272-A256726B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5F9788-1EE8-4CA3-B5D7-923A6257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FD348F-C583-46C9-9FD2-611C78A0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4E7833-673E-4754-BBB3-F39C40A2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E78005-D7C7-4B72-B992-BB1712E8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D67B80-7BDB-4AB7-A9C3-9D0F2205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CD4BD8-8485-4C4B-9E29-DEB25D23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3F26CB6-259A-466E-8340-0CDD1336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87DF6C-EA19-47DF-9F2D-4E49395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132B561-3E02-4E0E-A256-CF89344D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5C556E-3ACF-4AD8-8EB5-171195B6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13FCD6B-B9AD-4E71-923C-3BD55B70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617281-2AA1-4BED-AEB5-5ABE3C55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17190B1-99B3-4AFA-8EC4-1F4EB01F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1C98A4A-9528-46D8-9B52-4AC8F43E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6dd886432e84b7f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e8f8de88a73466a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c4e23649c7a446e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8ab1b7ec0d34717"/>
              </a:rPr>
              <a:t> · Codex Pricing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D7977B1-3D7D-4075-ABE1-D91DD118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106337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2437BB-8ADD-4378-A40D-2C24A5F6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FCA0A-0B40-4731-A71B-4A9D2823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计费对比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A02AD-EECD-4D26-BA63-339575B7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24A86-DC05-4A11-BABC-0BEE61C7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35397-130A-4AF7-9AE6-BD4D29EE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5F1ED5-B63F-40AE-9B92-F2801EC8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16496-C05E-41E1-86BD-10BDB863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D4448-965C-4EC6-9CA4-A25AA2AB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A87B7-248E-46DD-A80D-E98C4073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013FF-4C38-4B19-BD8F-B6A20BC4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D1E169-5BFD-4C94-92DD-9741272F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2C3C0-8BAB-44F5-8672-6FE1033B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21F78-5304-4F06-9A1C-9C7CCE51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CB774-4240-4D52-BC8E-647EBF76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63BB9-4717-49C2-97F2-56AD5A93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B88C2C-F0F5-4A12-80FB-2449EC98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1AA54E-9925-42A6-B475-84AEEB44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5E1514-08D8-4E09-A112-1E16DDE8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76A1B9-C464-4229-B1FD-312B211D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F6B6E3-2AD4-4B00-BF7B-FF00A13E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D9CBB-8A29-4DD5-ACEF-1684EDBB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D9F666-5F6D-4DFB-9B0C-9B64F1C4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F9A495-C438-4D8A-BFE8-B21F2CF1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60371-F7E5-438B-8DDF-76C1E122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E4B35A-BDC8-4577-B746-CE91824E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63FB5C-F952-4F59-AFCA-8C603780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92950-7E0E-40A9-859D-E5EFB967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8B100B-AB28-4FF6-B7A6-9A019E9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86EF21-4F14-4BB5-AF9F-A95D9355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E52653-8837-4CB7-8D32-215F44D3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7C26DD-3561-45E2-A62E-D2614E8B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0C4F83-9E5C-44EB-9208-EC9D8ED8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F9AA6F-6DCD-4EE8-835C-B8A9C2A0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42867F-C9D0-4FAC-88CA-10FB3E4E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6E564B-2E82-415F-BD17-C1CDA3C7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F09FF2-528E-45EC-9247-C05D3DAF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C3EB04-73A1-4B3A-B9BD-0C272F62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66E500-8121-48A8-B44B-84FC90F6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C9486C-A32B-46F4-A2D7-41320A60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F0B360-6E7C-4BD0-A952-BB704A47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9BA2E2-D7D7-43F3-A6F3-6754DBEA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37E3A2-D7FB-4E6E-8C60-AC7AEF89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09C04D-2193-477D-91F1-6DE9E8E3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4C15BE-60BF-4E3A-9E63-24D3CC96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FC7EA1-AFE8-438F-8AE5-B5CDB14C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B2C7DE7-F5B2-40FA-9478-CED4426C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65e949bbd9d4493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1581025f3f34ddf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c3aec01d2c94d2a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45e075230fe41d7"/>
              </a:rPr>
              <a:t> · Trae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BEAAEE-D92C-40E3-8B23-BE1FF0FE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303658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1C330E-D998-4F6C-821E-ADAA19F3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10758-15AA-46CC-94DC-706E82F3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知识引擎的实践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5CA44-42F9-4A75-B748-AECD1408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F35D7-D559-46B4-ACCA-3493335E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f2f4d338b4ba5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85A18-91D1-49D5-A197-C6ED7A28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3521B-F99F-4D11-A3C8-AE6CAEDB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96D12-DBC4-4CD2-9886-A5C63CFB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3AE7D-9570-4469-A709-B06EF8F5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178D8-F52B-43FE-A35E-B4330437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071A6C-3D23-42E0-87D5-1182EDA6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175825-A744-4F52-88A7-0D16D8BA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BE990-022D-48D4-ACCB-C8C4B24B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BF5EA-2A53-46E6-BEC0-4FA3D17A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06C692-FC36-4872-9296-EFB9CB0C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C58D2-3682-4FE0-97DC-99A329FF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4D3B47-92DE-47C7-96CC-7A66F7F3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0C4249-6C92-45C9-987D-557026A0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CA3E15-5055-4464-B289-7B106D86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C9A3C-394B-4C9C-AE3E-DE22354B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76C65-F181-4AF9-A3EE-984652C3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006DE-E1C8-43EA-B88D-8DA5C816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1C105-913F-4AB9-AB9F-B8933624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936E2C-9485-45B7-B712-DAE5EA18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E95543-7D5C-4274-B817-42C539D4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F8751E-E07F-4BDA-8325-D8DDE046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E511C1-9B0B-46F2-9B17-47452870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7C8C5A-AFB1-443C-9641-1B424076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772F56-3C8C-43B7-AB0F-860C8602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80C8FB-9E18-4105-B3FC-EA2EBF24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9D9816-E1FB-46D9-AA72-0AC70A50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E58C2E-12FD-4D44-9538-DC53E1E3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414D42-F88A-4DEF-A33E-CF3105D3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92EFBC-EE79-4419-B350-5D4985D7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59e9bc401c34b05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5279e1d774a4aa9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a6fec57476541eb"/>
              </a:rPr>
              <a:t> · 码道 Codebase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72FA44-E5D9-4827-8FD9-F968CE70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60163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934F97C-A476-4430-B7A0-D5955611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E7836-F24A-46F2-AC7D-98396F10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存量项目重写的实践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CD015-FF9A-41A7-ACCB-C93ECFB3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E991F-853D-4014-85EC-31ECC03D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14372db4a4821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2A2E1-5968-448F-8165-3B38E8D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036CD-2528-4568-84F8-4C5CFAFA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6F4B9-FAB3-4F27-A2CE-5BFE7F02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81486-A1E7-405A-A662-FCE7498C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020FC-03B7-4D78-ABC6-AED500F9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3749DB-425F-4075-BAEC-67009658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280E52-5EBE-468C-A201-3D0C25B4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21951-AE8D-4602-8B4C-7935171D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EA113-54F7-48C3-BFAA-2331F18A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27451-6FE6-48C2-B119-6BC11258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B6B78-6F28-458F-B11D-1EBA6593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B6BC4-BC21-4B05-9AD7-9C3650D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9C19B-763C-412F-BDBC-AE03D4B1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6F730-B09E-4836-B8CC-9B4EF66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46A7B-D170-4F96-A3E2-246CCC28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019A0D-14CE-4754-83D5-4A3A9A20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2E48A-D720-401C-8129-98B5F869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025455-2A6D-4E19-9352-15E18024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C2E73-C26C-4B96-9F10-E75A092D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CAE56F-07F1-44FE-A26B-A5B75561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31D4A4-BB67-4893-B935-9E3B14E7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35F1B0-8F17-420D-A98C-6278D43F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7F91F-6FA8-4203-8A0D-EA41F4E2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EC8379-0A0F-4581-8E12-29B397E7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F5248-D567-460F-A292-8C5D0295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1C7757-FF13-4C5F-87D4-3262668E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D0FF44-724E-4359-9226-D46A8023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7C779A-D49A-4464-BFB3-C41C41BF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EDE2F1-B560-4D60-BB3D-5E21D4AD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C1A710-3DF9-4A56-9B5B-AE07A335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FC6B50-3CF9-4320-AD6C-B5133D1D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9C00D3-120B-426A-8D2A-4454DC0D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FAF16E-7C13-491D-95B1-8A8E4973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74A35E-BD97-4892-B9DF-E75DA4AD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24D3F6-2437-4CB5-8842-46415D69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38F4E8-986A-4204-AE6D-69013E0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32E67C-2320-4FDA-B9CB-D9AF8F22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5AA2C8-383B-4B80-B182-30982489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1D92AA-07F3-4282-B70F-723C528E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E40D3A-F518-4BFA-BF6B-4D06D91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22FCC1-C648-4797-B2EB-8CC1D0F7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EBA7B6-6B99-4660-8EC7-E2AB94B6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242DB2-F815-4968-BA16-8F35F031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F8DE45-63FC-4CC2-B2CB-41D646D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D730B6-C7BD-4258-B28A-68B50025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EAFE37-3701-4B87-AEF3-B2165642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180E2C-20FF-4220-8989-8A42CB64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8BCE2B-578B-47F5-B30E-EEC23E65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8DAA34-F306-4F46-8FF2-CAAE4880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60675F-35A9-4D4A-81A1-A11B7EBC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8B24D5-2701-4EC2-B11F-EA348CA1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4F80B0-4681-498D-9D5C-EA2B11DA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C3122CA-9398-424B-814B-C2639B0A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DBF28E-4DD7-488C-A69E-109ECC93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29C711D-31AB-479E-9617-37536366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43F21DF-44F0-4E5E-A4C6-B766C2F4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D267030-93FD-4439-8305-7C11519C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791B61-36FF-4B37-B4B5-AB22BBE6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51530F-42DB-41B8-8F90-CA13FC69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12C14-EB63-4BA1-AB8F-83BE43C5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5DA37C-7727-436C-8ABD-F2A11B79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3571B95-D236-4296-AAEF-996F943E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57EA69D-4C22-4A29-AEE8-291B131A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5ABFF56-40EF-4291-9865-CD62FB29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63ED38B-454E-4B4E-9546-DD38662C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CAB9519-6D09-4E68-9266-76FDFCBB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8872719-361E-45BB-8857-314FC835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DF9CBDA-4542-4175-86E9-872B62C3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88588FF-BCA9-4218-BE3A-9A6E75E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6f0be630aed498d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410b56f9f8049b5"/>
              </a:rPr>
              <a:t> · Quest Worktree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0F0C572-1C36-4C2F-B3FC-59CA1FE3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3750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76BEB81-E597-4C47-9457-CB2B0B61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1B399-141A-4132-BEC1-AB8FF9AD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Codebase及CodeWiki技术深入分析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256CD-85BE-4F11-8CDA-1AE95834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9CE59-897E-4D15-ACA7-A3338F4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C0D85-B608-46FA-AF05-CB549571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4FE6D-850E-4309-B72E-EA3B62D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61022-611B-4CFC-991D-E6D7F745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1F6BC-4DD7-409E-8BBA-192AC0B1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72062-48FF-4715-8974-142CAF48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2875B7-7409-4E0F-8CF8-A3E612C1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6B3423-6A03-4654-AC16-BB337D9E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4C0CD-BBAF-4093-B1E4-D8A80FCE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54C02-06CB-486F-ACA3-CCCD2EA0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205B0-4530-4987-888A-B5A31348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8484D-5CC2-43B1-BDEF-F971E55F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EA16E6-1CBF-4853-8E1B-2C4229CC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FAD080-1A53-49C9-8DC9-96B0F2F1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08A19-0882-45F9-BE77-BCB79A3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233DCB-23DF-4DFF-BB29-92A6EA1A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4B13F7-97E6-4AEE-B52F-FA082D0E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8819F2-AB46-4EFA-AAAD-6C79691E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0B9260-6927-46DB-A115-DD7F8E6D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FECB71-BDED-4F5F-8D88-D8A7917F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264D9-A438-43AD-ACD2-354CFD41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BB5AE-D86D-4EC4-B808-37F88609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AF3318-48FD-4FA5-B99C-AF57054E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AD2346-DDDD-4E7A-A764-BA97D335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AED950-4D00-44DF-BA7D-B7CA62AA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AAD9AB-80B5-4740-99FC-466037EE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30F249-666D-4BAE-9E59-49C8C079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FDD0D0-3794-4A26-B08D-55CB4A4B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E2C91B-9E89-4C3C-9874-3FE2D48B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D5A03F-E5DE-4B88-9FE0-3A27571E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9A4901-E746-46CA-999D-43B8AD4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9BC7DE-8A97-46E6-B244-5B84A2B7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5774CC-7B1B-43BF-9887-3C5EBA0B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E88A1D-92B8-41AE-9961-006A1DB7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0BD50B-D440-4A80-8FC3-5F84AE86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CF6364-95AA-4CD3-840A-F478C974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A51C98-2701-4738-8AFC-B3543C94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47173B-CAEE-4175-A820-626D0538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07EFCA-D797-4B38-9A77-8FFA7D41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69D12F-5DE8-4B41-A186-1173B9A2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F9EB2A-62DB-4C91-84B4-271D7BEA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AE6C2E-B0C1-4A20-B263-AA75B6C4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2F9977E-628C-4DC6-8E20-F289FFDB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D66A20-A8D0-4666-933A-51570422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CAAEBC-48E6-446B-8A66-86BBBF6C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DD9EF9-99D8-4689-B330-231FCDEB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14EA64-7BEF-4C0B-91F1-6114579B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9B38B2E-D2BD-406D-8813-67A3DFC8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19FCC8-44ED-44BA-829C-C74462D7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DBDCDE-8476-4A83-A889-98C405E3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393629-5FF8-4E8D-A8B7-84091CD8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4C7E4D-7D08-4C02-B0B9-6054DD53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7F7596D-D079-4E77-8A99-BAC123A2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965638-3FD9-4047-B3D3-E9FA62C4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E5B498-7BEF-4020-8CFD-E31E908E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C1BA6D-337D-48C1-8D53-77A6F5D0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A9B0DE-3B75-426D-A5A0-637686E2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C0CB4E5-195A-4785-B153-74B13658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80EF24-E31C-4213-ADB3-1AF8AB65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B37F069-DE4E-4CDD-8126-98760EAC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72A32CF-786B-46EF-B5F1-C8D16512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6849EBF-1007-4232-BDF3-B2A7BBFB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D045267-6EE0-4307-9C0D-47893252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9DC00D-FFFE-4FF0-BD87-51038DDB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9BEEA49-0E4F-462C-98B8-27191CC9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B9A571B-30E7-4E64-AF9D-255477F4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6B06EDC-03DD-4FD5-AE9F-4CC0B2C4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D477095-358C-48B0-8764-69311988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9682581-3999-4DFB-90DC-0D74C4B5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52F50FA-55B9-4033-9664-4C5D0B26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E1A39A4-5BD8-4E71-9B38-1DBED8A6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9B7262-5AAF-4791-86FA-C7AFF979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EC55020-9ADA-4DE9-9173-A0B1965B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841EFC6-CC11-4458-AA83-C5C8AF65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D5FA439-0C35-4D22-8130-6047C8FD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41EEFB-638B-4F01-B381-9778F307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06854D9-124D-44EA-8C08-B0C9AE73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9429c3852054ce7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74ad79432d644bd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2aece4136844a1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667fd0758414041"/>
              </a:rPr>
              <a:t> · QMind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00AE22C-9E4E-42F5-BF79-3941630B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956639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59D1764-71F5-4FDE-A92B-239101A6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60590-85CE-4F91-9FD7-4FC1EE49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Workflow、Goal、SDD、Solo、Quest深入对比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627BF-01C5-4A3E-851D-E09D911A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438B8-FA8F-47EA-948C-B039B70D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1B9C9-4B0A-4770-9E90-269263E6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8897F-8544-4571-B75D-B2EDC085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358F1-BAA8-4066-A5CF-6A4D28F7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926E1-681D-428C-943B-9232AACD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6559C-365F-46B4-A893-5033463C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DD37E-D602-46C8-A0CA-07A7BA3C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7F478D-EB07-4B11-9863-A26C9568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CE329-4379-46C6-9E52-99177BBE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77BF3-E965-42E3-8111-E648E450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2DE66-DABF-43F4-98D8-D4B1FBB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F6712-08EB-4B27-A953-D0F469B8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67E960-AEFE-47C2-80EA-E5180B3F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B75F4-354B-47B1-860F-B45A57DF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5E4C8-F9F0-4E7B-B9F6-EFACF2F1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E53FC-E2A7-4BE0-A844-78EA6ED9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BCE4-862D-4276-A234-D96C8B2C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3E9DE1-98DB-473A-875B-E2645416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2C15E9-3DA8-49D8-AAA9-6F708032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A7AEA2-2BBD-466B-A98A-882CD89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3BAC57-1EA4-4137-858D-00F14397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49D22F-CD9B-4F64-9743-282528C3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2B0C7-502D-4870-8FC3-2999A040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F8F2B8-210D-4A52-A810-61443402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5759AB-3B26-49B3-A903-D6FD8039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CAE7A8-6E02-4158-BC8C-DF3F5C07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79B18-7EB6-453C-9C16-CAC32FBB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5CC29C-971E-4ABC-BF96-9CD0287C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A89381-9477-4AF3-8543-71DEB9BF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918082-B58E-4F23-9331-7C2CA4C0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9CC817-38C0-49AA-81EB-8EF3667F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4F645B-5D8D-45A8-85A0-E4248AA2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E53226-DFC1-4548-8506-DFD3A2A5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95E1C-1A58-46F1-90A4-9A757068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2A8AF6-B8C5-4D0A-8942-BD50E68C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CAE812-953B-438B-8FE6-637FB3EB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3349F4-576C-4CEA-9F42-ACDA46B5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55199A-95C1-43C5-B9B5-5B251974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4DADF7-4A07-45F8-8979-1506BD41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5093B-CB2F-4D2F-90C4-2762FE4E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22CA6E-2B2A-4882-8C76-BA8A8951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91A24C-C870-4F12-99F7-EBE137F2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6D3C7A-5677-4B17-BD43-EDF4459B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A068F3-CE74-4B8E-9FCB-9D32069B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6F58BC-4FC8-45D1-A130-D999F355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7896CB-9B7C-4580-A3BD-4B4E633A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9A5998-C3C2-4A72-993C-CA7DD796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1E0E34-1861-4D1B-AF09-D652FFC4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9697D8-51EA-454C-98E3-085805B6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D1D56A-20EB-4A28-9AB7-CC295EFE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6B2D816-9CFA-4117-8987-DF3F2F61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4E765E-7135-4207-92EE-DA35DFAB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F4342D7-571B-4F6F-8255-48E26291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73D9B8-3A78-4937-AA82-AB210119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3CD514-DB34-4858-970C-62412C2E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2B53A03-0A07-44B7-9E11-F7983DF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53EFB62-2F15-4F92-B861-D45FBB71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2E6990-F378-41EA-8359-05C757BD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12D68A-B17E-46D6-8440-1F975A5D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C39034-CA0F-45C7-B974-815FB26A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3FDB582-AE11-4133-AC2E-24C4F7B3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94ECB5B-0C20-408B-A5AD-75E3314F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4315B6-A08D-44FC-9D72-BBE3E0D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E21C1F-380A-45F1-83F5-0D456FA1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6C8EC9-F61F-4650-BFE6-A8D442E4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CEBF3D-8F41-4B78-B1EA-EA6F9F6E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6715CC0-E646-4B1A-9B77-C125404B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8B6D9D1-1A74-4B10-8926-5285E51F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56956F-AC5D-49BA-9B7A-0C3DC66F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D5D6C86-A9A5-453C-B81A-C8016FD4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164EA86-8934-4C07-BCFD-BFCB78F7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6DA590D-C1F2-4C44-89D8-BB3F4BAD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734B925-91E0-4B56-A130-985ADC32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9A7EBDF-E105-463C-A10D-C08C465F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0E06934-DFCC-4D8B-89B0-3D1CE99C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6B54B8-3D98-4FE6-A3C5-25DD7B6C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B3B716-A4DC-4717-9216-C08C8AC1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39CC789-1151-4B7B-9854-BBD63573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3505F70-7845-4C2C-B623-14A63E8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633168C-01AA-47D1-8323-5C57DE3F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6F5E056-D906-431E-A10C-06A836ED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1B14675-8406-4FD5-9699-DBCC5B40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F98DD58-D14C-4769-A3BD-A3468F54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606CD70-8344-4B31-801B-4B41F4A3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E0C84C1-4C08-4476-9063-61620D05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9F785AE-638C-43F0-BA12-4AD68771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1BC169D-6082-46C2-ADAC-CF64FE27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474EBDD-E930-4A9D-BC6C-9A734557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B6B4CEB-3D0C-4108-9FF5-0995E586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EF4B3C7-428B-498E-B5F1-D6BA3CAE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e4c4df029a241e4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dabe631c40b4229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fdf43ed4ae941ae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fe868042e874ec2"/>
              </a:rPr>
              <a:t> · Trae SOLO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805A887-5E92-4FEF-A9D5-7B9EEC12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35118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0BA047-2423-45EC-9144-EC3B1BDD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7FEBF-65DC-47F5-A2F2-503BB0E1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多Agent协作技术深入分析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F8473-F741-4D27-A371-ED04F9FB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3A87C-E58B-4071-9CD0-C43AE960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3980E-ADC5-451E-BD26-084BDAB0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7BDFE-65CA-4BDE-A897-CAAD4D11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83BD1-7F5E-4069-83C8-ADA2429C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3FA5C-CD6F-414E-BE31-C54B5EC8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CC977-59BA-42DB-B131-67AA0AEC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6AF3E-805C-4DD5-AEE3-1CE0F795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FD7A9-4141-4629-BEC3-A8B8EA70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1B40E-3085-4EE7-8CB8-1363CD65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7645C-DF32-4D94-AAD5-10BAFFA9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0B46E-1123-4025-A9B7-A164D24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4414B-84C2-4105-B922-E130BB6A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2D31AB-499E-4D7C-9E55-24F4D5D7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96045-E730-4632-8E60-84A1A524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D9A6-C654-4525-A05B-F302C71F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A8BF56-EB98-4A2E-AF54-3890ACD7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4CDAEB-A517-4BCC-BE69-8F079BF4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08287A-F0C1-43AA-861F-25F8BCCD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BE4A34-5933-401A-9B86-7B6BF8CF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8D3B1A-3E92-4947-8203-38EC70BF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892CBE-BB8C-4C06-A39C-769E91C7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471CBB-065D-4A64-B8D9-7C4BD4B7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101F9-385A-460C-A68D-2D2FAC6D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4CF8FB-89F8-4B8B-B17E-5AC7D155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74FA09-F47D-43C6-AD72-3951564A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6F9F3B-EABA-4AF9-9353-0BFAAD04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3346AE-0630-48F0-B2A7-11A1B45D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C381B-1117-481B-B6BF-04CB5BF7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8D0BF0-6FE0-4FAE-B8B4-34FFDB7F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D6038-3AE4-43EA-A10A-44140E6C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A5D2AB-9B6E-4EDC-8BBA-9F84F525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196AC-55EA-4A29-AA39-001737FA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4851FB-ABE6-4A0E-A991-45827A69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25574D-09B2-429A-AE9E-EDBDF9BE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52FE29-B9F2-4D5C-8CE6-E6E8E2B7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DB0D4A-C4F1-4E3B-A90B-072242A0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260ED2-50A4-4B4C-8E1D-F813B7D5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e66260639144952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d47e4e4aec64d5b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86cf53408c046f5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ea6462206774676"/>
              </a:rPr>
              <a:t> · 码道 AgentTeam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3EB07C-5074-496A-99D8-DA22EAB7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578126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09D3A4-48C0-47A9-90F7-198C91DE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FC223-5DAB-4B10-9351-82F986E4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09  最佳实践：Figma插件对接原型验证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E72FB-68DB-49E0-9629-350A2E72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76F55-399F-4C9A-A3D3-5D1CFE19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99c3ecc86497d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FA07DC-AC1E-4C46-8CE3-BB3BB5D6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0FAA4-28C6-4F04-B167-FFCA67F3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70AF7-6742-4899-95AA-D51FB7A5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E3E52-AA92-4236-8112-6FEF8E16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D5AB6-4F4C-48CD-BC83-4D0352E1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79D7F-2768-4E7E-A557-CE4DAF8D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7FE42-B49B-43FE-80F1-2387A90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4D762-1871-4E74-BA60-4A2E654A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A1DB0-0E22-4AE8-989F-A3E5E199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AE365-3AE7-4848-8CDA-C2A35FBA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445D9-B0C1-4FBF-B75D-292ABB51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E5DD8D-A5BA-4D38-9E84-BB05EC26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ADEF5-4170-49AF-B021-B90FB41B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AC60F-8C67-4EFB-8C7E-DE7D3BDB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0FE007-E8B1-430E-8B16-5F12A261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915F0-9E9B-4E0B-8E97-D5C55DC3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504181-B729-48BC-BAFA-0E641554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FE41E-F173-4068-BA8E-7D781522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385ABF-E172-462D-866E-1B6335E4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B517DB-210F-47F6-8A0E-D16E7450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1FC533-7791-4742-9DAC-23023D8D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483184-9A59-418C-B8D1-0BC406C5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C83800-E3CF-45C0-B53E-699D6430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E21A84-9619-4EC2-8896-36A27B74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9AB3E6-672F-48B2-B33F-E164CC05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41D34F-ADB8-4B87-B81A-0C7531D3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45DC11-4C48-46BC-95B3-AE4E338B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96527-D664-45F6-979E-D5580182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226034-750E-4D98-BC9D-4B8BA94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60E6C0-E976-467A-BAE9-477D1C4A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CBF569-CD96-47AF-B7B3-520991A9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C6117B-52D6-4082-B1A1-9DCAD7F8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2D861B-B234-40B2-A778-6B3E1331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8C0254-E08F-47FF-ACE6-2B330F50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CE9209-AD1B-4F12-93B9-852DC7BD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B37247-A46D-473A-A9C6-E5B07E3D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A65F20-7F52-41DD-89CD-7D0F1D75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735953-3DEA-408C-9DC0-F0FEDFFC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EE9D30-CC7F-4129-B97D-B0A938A1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EC9C5A-7E64-4EE8-AA78-6B35C44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7d03e569123420c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dd148ca726440de"/>
              </a:rPr>
              <a:t> · Figma Dev 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292A03-E25F-4FF1-84EA-E95CFF0F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427133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01A0EE3-8592-496F-8872-A38C0DC9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8E055-3C0A-424E-B5FA-DF7BDD73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10  最佳实践：Browser Use进行UI测试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DC29D-C828-4953-B676-56AA5F0F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2D043-7121-4006-A9DA-8DA435AF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AD85A-6B6B-4215-939D-C291926C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1A38D-023F-4A01-9842-33AF639B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2EF3A0-C7A4-438B-AD88-0EC92867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43DB0-2DFA-4D12-87C9-89F550BF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89411-7F5E-41C6-8F8E-AF3CA5EC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79445-2E12-464A-820D-7E23E1FA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819A4-BDB5-47DA-AD08-9E9DA9BC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2B34E-228A-49E7-BB8F-93A52520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305D05-0874-44EF-B331-2079DF9C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1496B-65AC-4402-9BED-2AFE1C30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928D2-F8B1-4D30-9970-A8B9195A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6C7AE6-BB15-4853-BA36-EF963656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270932-D324-4C9A-9D72-924E35B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34293-0B55-4CE3-958A-FC2708D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D35205-F2C4-400A-8266-36DF4237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7017C-AD93-4820-A018-06DFA995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C9248E-463E-488F-BFED-8DC13FD6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5C00E4-C0E6-465A-9ACE-8AFA33A1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61341-5DE5-41BF-A4DE-9ABFEC89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086D01-B0D4-4449-A85A-CAC82AD6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4BBFBA-E652-4BEA-A3D3-B98D8281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61BFAF-ED86-4709-9F36-F4255A01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6C5C41-000C-43CA-9B8F-EF4F364A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364366-217F-42F7-B37B-98A25898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879CE3-F550-48BC-AC98-3987BB27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DC6806-FD71-49EC-89F7-28B9C5AE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7FB059-071B-4E20-95FA-3D0C4CA5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F8B408-B288-48B5-87AB-9B8BB85A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2EE536-9591-4FE1-975A-B560274A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EE61DD-9B0D-4A3B-95E1-6DD2A3D5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94741D-6FC6-4BD1-8F5C-C51E0D69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0BD06-879B-469B-9DE0-F00476AE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AF1FC1-180F-42EB-80F1-DF508D42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C3AC9B-A179-467F-A5E8-D9DDE5B2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12EC2D-287C-48B8-8DAE-13B7835F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31D9DA-31E0-4428-9004-0B01ABED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30FDCF-1C4E-479B-B1C1-B0C6DBD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A9D99C-E42A-4802-B1F9-D8A43FBD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837758-DF91-4848-83ED-17BFC99A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4FC2AB-C815-4AAA-B054-0129F902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7B9899-06FC-440E-8F02-758D9E2E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9B0F44-85E2-435B-B89B-F9F2882D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914FA1-B56D-4A6F-A6FA-8D5CE310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3D0DB9-B309-46DF-8B0D-6265F69C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18DCF5-E441-4AC6-81E3-C99606D7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961F1BC-2BB6-4AB4-8DFD-0B52D3F6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87BFC74-A84C-4072-9860-E9571A7D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22D7F1-1900-4357-85ED-415DD6F8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8943CC-13A8-40C9-A314-5BE2010C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94C8F3-37C0-47FD-90AF-262B6D9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EAD05-4443-4D6D-8500-BB81724E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A8C9A3-86AA-4F07-A05E-7543AE41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8D9B50C-BE89-41A9-AD8D-9E78899A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2A73C6-38DF-40AC-8AB4-04D24581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D9F7612-5DFF-4C68-8F8D-3F8514A9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52CC58D-C55D-49A7-9241-39D5BE4E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0636E4-073F-4715-ACFB-E5BC81F3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9B6BAA-C231-436B-BE60-7B9F3554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2597fe41403420d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d82a90bb5784a94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a8a07b95d824406"/>
              </a:rPr>
              <a:t> · Playwright Best Practices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83B517-CE22-4DBA-A639-50FE65AF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86303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3E6D2E0-1156-4CB5-B752-947C066F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4317B-E741-46C8-8CE4-5A390EC3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11  产品 Superpowers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65C1B-4702-4A43-BD26-1433278D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295DC-BCDE-41D8-975F-11B35951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41454-5C30-4569-B350-F75A73C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ABD80-A94E-42A8-97CF-AAA26C02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E5FC0-9C8D-47EA-B903-E1C165ED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547DB-1279-4EC4-B1DE-F6DF1BB5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56535-4589-4835-A5C3-CD0F2786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B74D6-C3BB-4D0C-A025-E8F47BDE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39048-5801-4E7A-9079-8F55DF79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8369DE-FB55-4D37-8D73-D3542E9A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5BC2A-3523-41DE-AD09-04023B31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A0FA7-2673-4FB2-934D-70355044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757B36-444F-4D50-9E7F-6A164FE7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8C5DD-9F7A-4931-B32E-D6EC9807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3DA221-275E-4F3D-9B6A-F346F2F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5A7FE-B95A-487C-8CAE-1E4EF004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BD0172-5F96-4291-96DA-E8780119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B9762-2963-4284-9B67-7757B0BE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C567F-A698-4CEC-A2F7-ADDF2F6F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5A846-AF19-47CF-865B-1C5A390C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32C654-8BDD-4120-AC8B-713DC93C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2F53E3-3965-4512-894B-B4C89907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F76488-29A4-455B-92C7-0862997B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90F5A5-17E6-4B6B-A72A-48030D2E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96991-2F36-41DD-82B5-A0B3A57B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9134C2-9728-46FE-AA16-05520746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97ACB6-3F0C-4184-8D8F-B52F3E50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0F4159-6BCC-4640-BBA9-E05B9755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AA7542-DB77-4DBC-9539-D46DBA04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3829BD-B471-4A47-88D1-30CE1020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048E63-88B7-4C02-BA88-E6F82A84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754991-A9DA-498C-95FE-5D375963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97D246-0A5B-4CE3-93AB-B172C7E9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717420-2D76-4944-B567-DA04973E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6A6BFC-48B0-4110-A029-7054B70A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B70290-6FB3-474F-9075-7597F467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A87E1B-4F62-4063-B070-56C86BB0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820B03-8535-4C14-8842-3E53760C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EC4347-AFE3-4A2A-BD04-5BF1398D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73CCD4-8A6B-4C7B-B129-C7C9746C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34C224-B723-4130-A6B4-4071E7FB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0C985B-8B2C-46A7-980E-EE431F38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F95D40-2B79-4382-91BF-EFF64381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F4AD1A-0D6C-41BC-88F9-65633E95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E03849-24A3-485D-84EC-F2748A24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CFF491-23A2-45B3-BD13-BD5C0618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E62AE6-54BC-464D-93F2-98E9ACB2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3E93BE5-8F5B-47C2-B623-39BD01F5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E144E8-8F0F-4BAA-B742-62577CC0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E53954-1EEF-44F9-9F45-767ABFC5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E981F9-BE34-4050-A15E-D20D68BE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4E570A-09CF-4483-A85C-AEAF5E63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0B92FF-4377-46D0-98D0-DD0CF3CF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97E5AB-BD9F-43C1-B832-49CB55A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FAB72C-7869-4BAF-BB95-B05034FB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F46839-7EF8-404D-ACA7-9AFA833A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49BF92-E238-4955-BA70-2C3C2B31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FB783F-170A-45CF-9D4B-83ED87A9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71758C-40D7-4E8B-9995-75931D16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0094B2E-0DA6-4A71-B0FF-532FDE40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0F902F0-EFF2-4AB5-8C25-F2598FC5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B123F6-6411-4CDE-9048-D558A9DD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52176C3-EF83-4F2C-AE16-3D082F4C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7954BD5-1406-4E7F-915F-C5750FDF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FA1CF10-3493-411A-B808-B3422F20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74F62C-371B-49FF-8B76-0F726892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4F46267-7551-4038-B170-988B511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83F94A3-95EC-49D1-99E1-86D47198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cac97b5cda344ac"/>
              </a:rPr>
              <a:t>Superpowers GitHub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58D5C38-6912-4FA7-B541-7C0170A8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935068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E913C0-06BE-43AC-A063-928B6762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F795E-3717-4B34-97D5-1ABA7E20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12  产品 OpenSpec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9C7C6-048E-4E8C-9522-19331FD8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F4EDF-AF9D-4799-821E-97197AEE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7361A-CA47-4753-BC10-D6592663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FD5B4-4AD3-47B9-9C03-39B6F461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C3BC6-C1F2-46DC-9B6C-0022952D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91D45-442A-4A18-97B3-51C8205A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76E42-DE87-45EC-8A7A-4985A3F9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770948-BAE4-4678-9A86-DAE1B332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307005-57BD-4039-81B2-D9ADECC0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AAEBF3-E49E-402A-8696-7064C329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BE94D-F353-416D-B5E2-1AC18433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BF5A0-3025-4A43-9246-19BB8CF4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5F4CC-7C73-4B1B-85C9-70CFD4BF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2B7E9-4453-4ABA-A66E-C842A58E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63930-819D-46B3-A5B8-2034BA01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4182D-F92A-4C0B-9CCA-33B27102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D038F-2E87-4E5C-ADDC-614D2860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D1107-2C30-431A-B051-18B0208C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8C599-5CE8-4434-BE28-E1E96799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957600-A604-4127-9704-CB4FB81E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1BA3BA-C816-4975-9D93-C1FE8D40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332971-2EBA-4B2C-9F50-542D8E30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2B6182-6D23-4B88-89D1-D8C58BB8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C9A8A0-B1A0-4618-9705-1C041CE9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BCE876-5CA8-436C-9294-31383480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683C0D-63DF-45EB-AEC5-4D99DBB2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9B42A1-61C1-4E9C-87A9-8B99A7FF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B46C7-582D-4B59-B2AD-732DF17F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27FF1D-D01D-4B4E-A9B9-D1D75EBF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1398CA-C7E0-47E3-A515-5084B5EA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F145BC-E739-443A-B48A-25C1C2EA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E30880-AD09-4C24-9BC6-0FB568BA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5972A5-10F2-4050-B132-38BAD33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BEA591-10E0-4A04-86A0-7AAF0515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7119fd429b348df"/>
              </a:rPr>
              <a:t>OpenSpec GitHub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A5388A-3354-4291-8AED-7A752BAF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331907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7F462D-DAEA-45DC-8887-82B0ADA5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7D59-CDAE-436B-9611-4937FF9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13  最佳实践：如何省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91540-107C-4711-9006-BDF9B400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CFEE2-4533-4EE8-9E99-3309BC0C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6336E-90DF-4DC0-B7D1-301BF27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339FA-EB0C-4B5A-AFC8-D93D7932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CBEFE-2CD3-45B4-AE74-4169C9E5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323EF-3F9D-4FD1-AD1A-F0136DA2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95925-E6DC-43EF-9C58-B261E3DD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80B32-A6CB-4726-B420-806C88E5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53045-45CD-4731-A248-7ADE2918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9CDCF7-DE13-45F6-88BF-227D3FE0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4483F-3D93-4B81-95E3-3D87FDF6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C1CD3-54CD-48A9-9F4F-5C570A4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6AA486-1D10-40B0-AE0B-788797DC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8B0D1-C34E-49A0-87CE-0EE29D91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21E91-C8C6-49C6-8F4B-8EAA2638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1A992A-01D8-4EF0-9B03-A490CA3A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BAE355-85C6-4E98-AE47-2C22FFDE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AB5475-FF90-4AE7-BABF-F916952B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98E6B-C9BB-4212-A8A2-EB6E7616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9789A7-910D-4422-ACD2-AC398DB8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1EAFFB-83CE-4BC0-806E-DD766F4E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995832-22B2-4EE9-813F-6B42765E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40ECA7-D408-4318-B37D-DD1B3788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11BA45-A3F7-4A27-93B1-3753067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B8F105-037E-4CA4-A9DA-C26C3EBF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521296-BABB-4E19-BFFE-81CCD53C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092877-2F54-49B4-87AE-06568767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DEA2E6-9C1F-44D2-A7A7-96B71F77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FC6528-0F78-4D15-9BB7-22A0AE3E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6E20CA-F4F2-4496-B173-7A76000D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C51A9E-7BB6-4551-83CF-7C13A8CA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A89968-E03D-45CA-BA73-92E768C5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93E0F6-B88C-419E-93D6-540B37F6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B13878-BF7B-47D3-97D5-ADBC09C6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1F6AB1-B96B-4622-806E-ABCDD232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3F8CA9-89A0-407F-9A0D-180962A2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D346E5-ACED-4331-AE1D-FB14068D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DFCC59-E41A-4B02-80AE-4DF59673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42994C-DC0B-4001-ACB2-056FE2FF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D802FE-82EA-4E92-AD39-08B83DC8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5C3773-147B-4BD2-9E94-7D953A3A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BDC4E2-818E-401A-A309-C75FBECA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D6A6AC-5F37-479A-914E-63DA8B00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427489-3127-4409-86FF-FE133F5F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555D4E-D3CC-4D88-BC2C-B041F1A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67A44EF-7A2D-4378-B728-7A1B6B4D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516BDA-D4F4-490F-A797-B594380C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DFB74BF-899A-49C8-91B9-66584652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F28FBA-170B-4BE3-A3BC-89E7676E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B19B8BA-0E21-4A72-B525-B2FE518F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E92B69-70CC-4DAF-9F4E-5DE174FE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578E4E-149D-444F-965E-97FFDC15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19C6C3E-7CA6-467D-BC16-71BEEBFC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E3F213-72C3-4DB3-B302-11468A53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FBDD4A-2154-43B3-AC61-534EACBD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d582865b5be4ec4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56583c7826f411f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816c5107cce477f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33223db577b4556"/>
              </a:rPr>
              <a:t> · Anthropic Prompt Caching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9FB357-7089-4BEB-BFE4-0B9288A3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898169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96BCD2-64CC-4214-8694-737F0CB7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7BC47-6B9A-42A9-B31B-A6B27EB8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14  Agentic Loop 工作原理总结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A0ED4-EE90-4C8D-A152-A5D8AE16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8B0AD-3B61-4E3D-B107-CCD46420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a1dfe3bbe24a2c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E6EE2-29C9-4905-926D-60B50F1A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E8B25-338F-4A3C-9015-8180321E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D3805-24A3-4581-B2A7-AF27D4E3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D17EA-8E11-4976-A27E-4115AE57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F88A7-DE6B-46A3-9C16-32ADD64B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66C722-F2AD-4202-92A1-B652DA68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38EFB-9975-4599-868B-6CF1EF40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68A1ED-AE16-4F46-89FD-C43D4E31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FDF5F-BBE4-4F03-A758-318EECBB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30419-49AE-4874-AB62-A97C0026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7A409F-477B-44B8-A194-6373AAC7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C02A0-25C0-4825-BCBC-C016E3AD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AC357-926C-49BF-949F-44AAA86A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BE4C2-D001-4F23-8E05-4BA544C6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DACC53-9385-43C6-BA52-46ABCD9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239694-14B1-4B3F-A2FC-93A59F6A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A05CE-922B-4ABA-A257-6D7723A3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BB4C3-B019-4F07-AA8A-29270357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F55743-F886-4694-9400-CB931AB3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BFCA2-A2BF-4797-81F2-8B315698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2580B-E11C-45F2-8A52-735964A3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79D23D-9870-4CC3-BA26-227DCAE0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F306C9-B9C1-42D0-A20D-0D8E504E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F360A-F9A7-4C74-B642-A6C48A70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915839-3480-4B1A-892A-78F9DF5D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FBA3D2-23C4-4AC3-AE21-FE1F4E95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6712F6-5645-44EF-9B2B-9D258B1B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6C8884-AAE6-4C67-81C1-513B323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4696FF-7FF2-4B03-A2DD-67479C0A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308736-E7E7-451E-9839-3293CC7D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3CD93C-F6EC-4295-B686-958CBBA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390619-0467-4338-BB9C-C87BC558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045F41-8741-434B-9F8F-A76E9F58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162951-46DA-4BBF-908E-FD287BBB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864DA9-B3F3-45F5-8411-E0E16104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21E148-C46E-4361-B959-D95572BA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D8250F-0B6A-4E99-B380-8078D549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E1F16C-FAFC-4823-AAD3-6E7DDA13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09C297-AA13-49BD-871D-857C55EC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038149-C4E2-4002-B541-F63AD49D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5865FE-84DD-4880-8AB5-35E990D2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EB5F23-1844-4849-908D-CBD7A603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EB9B13-66E0-4DF9-94E2-CECE8255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1F96FA-536F-437E-9F3E-26500A67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E14881-4DC0-427D-9C63-81086572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2AB917-F22D-45E6-B958-C2D6DFA0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053700-71B7-42BE-BD26-D5415970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20F014-0D38-40E2-A012-8C940989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18F38-BAC2-4BB0-8537-1B98C47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654D88-6126-425A-8653-A0A06E89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46F543-4791-4F56-B532-8047AEAE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55BC72D-BA3A-4856-BACB-83F4F176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C57192-7498-44B9-9AB6-FEC786F4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117E5C-3F26-4DF8-ACDC-CCF693A5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0ACB50D-E071-47B9-B830-1C8F5E28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80b2fa7b0b44dc1"/>
              </a:rPr>
              <a:t>智谱：Coding Agent工作原理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EDCB0A-0A00-4A2F-95FF-7B3E3793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892633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1EDC525-1602-45DC-9BF7-A6F1E099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F515F-02AD-4763-A54C-F330A357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15  Coding Agent 常见工作流总结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D3B3A-20A7-4675-B86F-08E9C30D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1BC4D-3B44-41A2-9176-8B7604C4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072D64-FF19-46A0-AE2E-BCA41649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B7456-F64D-4200-A57B-E2B000D4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A8FCE-BC66-4B43-91C5-51ACDBAD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D5D50-913A-4AF4-9614-C3EE95BA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C7BF6-2D99-491F-8E38-55128C08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081A7-9FB3-46AA-A807-68421025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D4B03-A43E-452C-AA4D-DA45B18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16B7C4-EB7F-47C8-BE7D-72E9A012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491A1-BBFD-483A-8A36-256D4549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2FECC-33CE-4763-A146-C4CE1735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8AD08-EB24-446A-ADA4-1236ADA4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58866-7604-485C-8593-4C0A546E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2DD59-53B7-479F-A7A4-AEF2D682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9F710-AE65-4CE4-B7CB-A23683DD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3CFDE3-22A6-43F7-8046-49CA0C62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051AD-3A8E-446D-B519-5062DC4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92D02-0ECD-4DE5-B741-AA9BC5E9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64298-6284-4960-A0C2-BB6DCE6F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395A8-1589-4CDC-84FF-55CB2964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DA85A9-DFD0-4155-B03E-0EAB462B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D190B5-079E-44C5-AFF8-40BF50CC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FB029C-7EF3-46B3-908F-CB6BB6E5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68DD1A-86A5-4917-8345-01EEE019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2D2091-DC15-4956-B3ED-C2228E86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F00913-2A0A-4F98-B4DE-8E5B9671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150782-2CA1-4341-94D2-64F7E30D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ECDB83-4628-4A53-A79F-08B1A662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F0DA95-1F32-4751-8359-827687DE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433731-70CC-4668-8D06-92DFB997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A7CC4-DA56-492D-9E4D-BACFDA3D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8847BA-6678-4B23-9E06-DA116551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AC98E3-1C79-4604-B932-9884FC06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DFCD4-6BAD-49E1-A18E-92BEC010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20FB59-0968-4CF6-97D8-5A56CB3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7F6450-2E61-4BD9-8231-3541434F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0811C3-BED1-4A54-9958-C394F416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B8A888-3C43-4BA4-9FD8-3830A414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5A4DC7-F0EE-4122-96B0-EC0FAFCA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B0B3F0-C25A-479D-A0DD-A4BDCC59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FAE592-E4E2-41EC-AA7D-B30245B2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39C99D0-DA47-485A-8E06-B9496907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EA573D-A969-4E11-BA1A-6A372010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51037E-F0D8-4983-BDF7-356E523D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257249-7A2A-4005-8EB4-52F1A066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82AA73-A409-4CD7-B53D-A3E5AB58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9169E30-76B9-4370-AE71-A0F30639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A47500-AE03-461A-8EB2-4510CB4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01A55B-A463-4B68-BF19-14A5A8C1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B1E2BC-C210-44C7-9B6D-E9014A5C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164551-1828-4EB9-94C2-D9102BDA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BAC228-5356-4C6A-ACC5-6BF86C75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70679A-C794-4EDB-B9F1-C6D8EF70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2D149D9-EDC3-441E-A842-7652A995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E1B35E1-6F28-4B09-B9DE-2B198C39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47B608D-FBA5-4840-A7B5-60AECAA2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F0FB7D-0233-4326-A847-3AF17E33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A5ABD4-AB23-4079-932A-056E6AB7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EDB5470-D6DD-481B-95E6-399EACCE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BC5C146-958E-4777-8FA0-0A8D7EE0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6975356-DA29-4C04-8618-EE2A4C3F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D0764FE-54B0-437D-8F0C-1F252629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9BE016-0AAB-4D54-AF35-EABE434F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0a79f1e58484713"/>
              </a:rPr>
              <a:t>智谱：常用工作流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720AE05-9342-43C8-AE5A-275F3D64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039766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2026-07-23T03:44:00.0140000Z</dcterms:created>
  <dcterms:modified xsi:type="dcterms:W3CDTF">2026-07-23T03:44:00.0140000Z</dcterms:modified>
</coreProperties>
</file>