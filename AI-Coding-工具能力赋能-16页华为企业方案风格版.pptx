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b7b676c45e47b8" /><Relationship Type="http://schemas.openxmlformats.org/officeDocument/2006/relationships/extended-properties" Target="/docProps/app.xml" Id="Rcbca86a3330c480a" /><Relationship Type="http://schemas.openxmlformats.org/officeDocument/2006/relationships/officeDocument" Target="/ppt/presentation.xml" Id="R03a34421ae5640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00f22f901c44a9"/>
  </p:sldMasterIdLst>
  <p:notesMasterIdLst>
    <p:notesMasterId xmlns:r="http://schemas.openxmlformats.org/officeDocument/2006/relationships" r:id="R6617ea610dde4081"/>
  </p:notesMasterIdLst>
  <p:sldIdLst>
    <p:sldId xmlns:r="http://schemas.openxmlformats.org/officeDocument/2006/relationships" id="256" r:id="Re5a3c6ad9f404b12"/>
    <p:sldId xmlns:r="http://schemas.openxmlformats.org/officeDocument/2006/relationships" id="257" r:id="Re43a79f2c6964f12"/>
    <p:sldId xmlns:r="http://schemas.openxmlformats.org/officeDocument/2006/relationships" id="258" r:id="R2040e5812f9d4b56"/>
    <p:sldId xmlns:r="http://schemas.openxmlformats.org/officeDocument/2006/relationships" id="259" r:id="R015491cc8dc94f04"/>
    <p:sldId xmlns:r="http://schemas.openxmlformats.org/officeDocument/2006/relationships" id="260" r:id="R21ac225ecd0c4714"/>
    <p:sldId xmlns:r="http://schemas.openxmlformats.org/officeDocument/2006/relationships" id="261" r:id="R5eebc27fe28840f9"/>
    <p:sldId xmlns:r="http://schemas.openxmlformats.org/officeDocument/2006/relationships" id="262" r:id="R48f8d99a29bb4982"/>
    <p:sldId xmlns:r="http://schemas.openxmlformats.org/officeDocument/2006/relationships" id="263" r:id="R774b1dabce2c47d0"/>
    <p:sldId xmlns:r="http://schemas.openxmlformats.org/officeDocument/2006/relationships" id="264" r:id="Re48a8acb2b834833"/>
    <p:sldId xmlns:r="http://schemas.openxmlformats.org/officeDocument/2006/relationships" id="265" r:id="R888fefb3b5394fdc"/>
    <p:sldId xmlns:r="http://schemas.openxmlformats.org/officeDocument/2006/relationships" id="266" r:id="Rb981abd1d462477f"/>
    <p:sldId xmlns:r="http://schemas.openxmlformats.org/officeDocument/2006/relationships" id="267" r:id="R72c6da77f35045a9"/>
    <p:sldId xmlns:r="http://schemas.openxmlformats.org/officeDocument/2006/relationships" id="268" r:id="R37aac7446cb6487c"/>
    <p:sldId xmlns:r="http://schemas.openxmlformats.org/officeDocument/2006/relationships" id="269" r:id="Rda257229f7104966"/>
    <p:sldId xmlns:r="http://schemas.openxmlformats.org/officeDocument/2006/relationships" id="270" r:id="R6d7bf04831d14177"/>
    <p:sldId xmlns:r="http://schemas.openxmlformats.org/officeDocument/2006/relationships" id="271" r:id="Ra3e6bde6ba0e4d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2e9748fb7845cf" /><Relationship Type="http://schemas.openxmlformats.org/officeDocument/2006/relationships/slideMaster" Target="/ppt/slideMasters/slideMaster1.xml" Id="Re100f22f901c44a9" /><Relationship Type="http://schemas.openxmlformats.org/officeDocument/2006/relationships/notesMaster" Target="/ppt/notesMasters/notesMaster1.xml" Id="R6617ea610dde4081" /><Relationship Type="http://schemas.openxmlformats.org/officeDocument/2006/relationships/presProps" Target="/ppt/presProps.xml" Id="R5aa2a70f0bbe4cd3" /><Relationship Type="http://schemas.openxmlformats.org/officeDocument/2006/relationships/tableStyles" Target="/ppt/tableStyles.xml" Id="R706fdab4858147b4" /><Relationship Type="http://schemas.openxmlformats.org/officeDocument/2006/relationships/slide" Target="/ppt/slides/slide1.xml" Id="Re5a3c6ad9f404b12" /><Relationship Type="http://schemas.openxmlformats.org/officeDocument/2006/relationships/slide" Target="/ppt/slides/slide2.xml" Id="Re43a79f2c6964f12" /><Relationship Type="http://schemas.openxmlformats.org/officeDocument/2006/relationships/slide" Target="/ppt/slides/slide3.xml" Id="R2040e5812f9d4b56" /><Relationship Type="http://schemas.openxmlformats.org/officeDocument/2006/relationships/slide" Target="/ppt/slides/slide4.xml" Id="R015491cc8dc94f04" /><Relationship Type="http://schemas.openxmlformats.org/officeDocument/2006/relationships/slide" Target="/ppt/slides/slide5.xml" Id="R21ac225ecd0c4714" /><Relationship Type="http://schemas.openxmlformats.org/officeDocument/2006/relationships/slide" Target="/ppt/slides/slide6.xml" Id="R5eebc27fe28840f9" /><Relationship Type="http://schemas.openxmlformats.org/officeDocument/2006/relationships/slide" Target="/ppt/slides/slide7.xml" Id="R48f8d99a29bb4982" /><Relationship Type="http://schemas.openxmlformats.org/officeDocument/2006/relationships/slide" Target="/ppt/slides/slide8.xml" Id="R774b1dabce2c47d0" /><Relationship Type="http://schemas.openxmlformats.org/officeDocument/2006/relationships/slide" Target="/ppt/slides/slide9.xml" Id="Re48a8acb2b834833" /><Relationship Type="http://schemas.openxmlformats.org/officeDocument/2006/relationships/slide" Target="/ppt/slides/slide10.xml" Id="R888fefb3b5394fdc" /><Relationship Type="http://schemas.openxmlformats.org/officeDocument/2006/relationships/slide" Target="/ppt/slides/slide11.xml" Id="Rb981abd1d462477f" /><Relationship Type="http://schemas.openxmlformats.org/officeDocument/2006/relationships/slide" Target="/ppt/slides/slide12.xml" Id="R72c6da77f35045a9" /><Relationship Type="http://schemas.openxmlformats.org/officeDocument/2006/relationships/slide" Target="/ppt/slides/slide13.xml" Id="R37aac7446cb6487c" /><Relationship Type="http://schemas.openxmlformats.org/officeDocument/2006/relationships/slide" Target="/ppt/slides/slide14.xml" Id="Rda257229f7104966" /><Relationship Type="http://schemas.openxmlformats.org/officeDocument/2006/relationships/slide" Target="/ppt/slides/slide15.xml" Id="R6d7bf04831d14177" /><Relationship Type="http://schemas.openxmlformats.org/officeDocument/2006/relationships/slide" Target="/ppt/slides/slide16.xml" Id="Ra3e6bde6ba0e4d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3a64233ea64d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37548c99274462" /><Relationship Type="http://schemas.openxmlformats.org/officeDocument/2006/relationships/notesMaster" Target="/ppt/notesMasters/notesMaster1.xml" Id="Racc413f4edb04a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0a49eb11324bba" /><Relationship Type="http://schemas.openxmlformats.org/officeDocument/2006/relationships/notesMaster" Target="/ppt/notesMasters/notesMaster1.xml" Id="Rea21b1fd9fdc40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69ac49f3d648d0" /><Relationship Type="http://schemas.openxmlformats.org/officeDocument/2006/relationships/notesMaster" Target="/ppt/notesMasters/notesMaster1.xml" Id="Rb69acb5a7a834b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841f2315fd4952" /><Relationship Type="http://schemas.openxmlformats.org/officeDocument/2006/relationships/notesMaster" Target="/ppt/notesMasters/notesMaster1.xml" Id="R11e9f65efa6d4f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196a28606f4910" /><Relationship Type="http://schemas.openxmlformats.org/officeDocument/2006/relationships/notesMaster" Target="/ppt/notesMasters/notesMaster1.xml" Id="Re6a0c0055ce145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e955669de746e4" /><Relationship Type="http://schemas.openxmlformats.org/officeDocument/2006/relationships/notesMaster" Target="/ppt/notesMasters/notesMaster1.xml" Id="Rd69e42c0baab47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84e80ba1334251" /><Relationship Type="http://schemas.openxmlformats.org/officeDocument/2006/relationships/notesMaster" Target="/ppt/notesMasters/notesMaster1.xml" Id="Rf11265914a9b4d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3145540d01451c" /><Relationship Type="http://schemas.openxmlformats.org/officeDocument/2006/relationships/notesMaster" Target="/ppt/notesMasters/notesMaster1.xml" Id="Rbcd44fa8fdfd41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7c068fddd942cd" /><Relationship Type="http://schemas.openxmlformats.org/officeDocument/2006/relationships/notesMaster" Target="/ppt/notesMasters/notesMaster1.xml" Id="R148030d165a244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ce52a877a6420d" /><Relationship Type="http://schemas.openxmlformats.org/officeDocument/2006/relationships/notesMaster" Target="/ppt/notesMasters/notesMaster1.xml" Id="R37085b59a8b248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46df7f2f1e4785" /><Relationship Type="http://schemas.openxmlformats.org/officeDocument/2006/relationships/notesMaster" Target="/ppt/notesMasters/notesMaster1.xml" Id="Ra307d5e25bf942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eeb60bddf443dd" /><Relationship Type="http://schemas.openxmlformats.org/officeDocument/2006/relationships/notesMaster" Target="/ppt/notesMasters/notesMaster1.xml" Id="Rdc22d9af37cf478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4a9a49cf844829" /><Relationship Type="http://schemas.openxmlformats.org/officeDocument/2006/relationships/notesMaster" Target="/ppt/notesMasters/notesMaster1.xml" Id="Re17b9e6a380a42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d06a0977024e86" /><Relationship Type="http://schemas.openxmlformats.org/officeDocument/2006/relationships/notesMaster" Target="/ppt/notesMasters/notesMaster1.xml" Id="R897360a8605045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5bee64efce7435c" /><Relationship Type="http://schemas.openxmlformats.org/officeDocument/2006/relationships/notesMaster" Target="/ppt/notesMasters/notesMaster1.xml" Id="Rac20073f36bf4e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f5e92b3f674d70" /><Relationship Type="http://schemas.openxmlformats.org/officeDocument/2006/relationships/notesMaster" Target="/ppt/notesMasters/notesMaster1.xml" Id="Rd915a0d200f54f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7e84718f314b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cbf921bdfd40bc" /><Relationship Type="http://schemas.openxmlformats.org/officeDocument/2006/relationships/slideLayout" Target="/ppt/slideLayouts/slideLayout1.xml" Id="Rb7d10f423dce4a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d10f423dce4a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a08d01fb04a95" /><Relationship Type="http://schemas.openxmlformats.org/officeDocument/2006/relationships/image" Target="/ppt/media/image.png" Id="R62fcb83d139d4b19" /><Relationship Type="http://schemas.openxmlformats.org/officeDocument/2006/relationships/image" Target="/ppt/media/image2.png" Id="Rec583292f7104d33" /><Relationship Type="http://schemas.openxmlformats.org/officeDocument/2006/relationships/notesSlide" Target="/ppt/notesSlides/notesSlide1.xml" Id="R887ca04df5d54b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65afb26d34bbb" /><Relationship Type="http://schemas.openxmlformats.org/officeDocument/2006/relationships/hyperlink" Target="https://support.huaweicloud.com/productdesc-codeartssnap/codeartsdoer_pd_0001.html" TargetMode="External" Id="R1a10a81752ef4f08" /><Relationship Type="http://schemas.openxmlformats.org/officeDocument/2006/relationships/hyperlink" Target="https://code.claude.com/docs/en/overview" TargetMode="External" Id="Reaa95e34203e4788" /><Relationship Type="http://schemas.openxmlformats.org/officeDocument/2006/relationships/hyperlink" Target="https://docs.qoder.com/" TargetMode="External" Id="Rfde6aaf2141645e9" /><Relationship Type="http://schemas.openxmlformats.org/officeDocument/2006/relationships/hyperlink" Target="https://learn.chatgpt.com/docs" TargetMode="External" Id="R94b3d5867ec44556" /><Relationship Type="http://schemas.openxmlformats.org/officeDocument/2006/relationships/notesSlide" Target="/ppt/notesSlides/notesSlide2.xml" Id="R7f7dbeea81a24b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73b3ba34b4deb" /><Relationship Type="http://schemas.openxmlformats.org/officeDocument/2006/relationships/hyperlink" Target="https://codearts.huaweicloud.com/pricing.html" TargetMode="External" Id="Rdf68db6099c24909" /><Relationship Type="http://schemas.openxmlformats.org/officeDocument/2006/relationships/hyperlink" Target="https://support.claude.com/en/articles/11049762-choose-a-claude-plan" TargetMode="External" Id="R7024022c9f2f4509" /><Relationship Type="http://schemas.openxmlformats.org/officeDocument/2006/relationships/hyperlink" Target="https://docs.qoder.com/account/pricing" TargetMode="External" Id="Re2c6becfb71447f2" /><Relationship Type="http://schemas.openxmlformats.org/officeDocument/2006/relationships/hyperlink" Target="https://learn.chatgpt.com/docs/pricing" TargetMode="External" Id="R5d3bd9f62e114fc8" /><Relationship Type="http://schemas.openxmlformats.org/officeDocument/2006/relationships/notesSlide" Target="/ppt/notesSlides/notesSlide3.xml" Id="Ra959f2fc789f4a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ea34af3c34be0" /><Relationship Type="http://schemas.openxmlformats.org/officeDocument/2006/relationships/hyperlink" Target="https://codearts.huaweicloud.com/pricing.html" TargetMode="External" Id="R58406bf0464b476a" /><Relationship Type="http://schemas.openxmlformats.org/officeDocument/2006/relationships/hyperlink" Target="https://docs.qoder.com/account/pricing" TargetMode="External" Id="R03619520f2924bc0" /><Relationship Type="http://schemas.openxmlformats.org/officeDocument/2006/relationships/hyperlink" Target="https://cursor.com/pricing" TargetMode="External" Id="R48cda86532da4481" /><Relationship Type="http://schemas.openxmlformats.org/officeDocument/2006/relationships/hyperlink" Target="https://www.trae.ai/pricing" TargetMode="External" Id="R7b7e74a78da040ef" /><Relationship Type="http://schemas.openxmlformats.org/officeDocument/2006/relationships/notesSlide" Target="/ppt/notesSlides/notesSlide4.xml" Id="R776b669c72564e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35a29e209482c" /><Relationship Type="http://schemas.openxmlformats.org/officeDocument/2006/relationships/image" Target="/ppt/media/image.jpeg" Id="Rcc6eacf530a54b66" /><Relationship Type="http://schemas.openxmlformats.org/officeDocument/2006/relationships/hyperlink" Target="https://docs.qoder.com/account/enterprise/knowledge-base" TargetMode="External" Id="R81691a465f954f43" /><Relationship Type="http://schemas.openxmlformats.org/officeDocument/2006/relationships/hyperlink" Target="https://qoder.com/blog/qoder-llm?type=%E6%8A%80%E6%9C%AF" TargetMode="External" Id="R9a242dafe85f42be" /><Relationship Type="http://schemas.openxmlformats.org/officeDocument/2006/relationships/hyperlink" Target="https://support.huaweicloud.com/usermanual-codeartssnap/codeartsagent_ug_0001.html" TargetMode="External" Id="R670316a38d934fc5" /><Relationship Type="http://schemas.openxmlformats.org/officeDocument/2006/relationships/notesSlide" Target="/ppt/notesSlides/notesSlide5.xml" Id="R5daedf049b4a41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bf1ac3b2b41b7" /><Relationship Type="http://schemas.openxmlformats.org/officeDocument/2006/relationships/image" Target="/ppt/media/image.bin" Id="Re0d2058f21704b3f" /><Relationship Type="http://schemas.openxmlformats.org/officeDocument/2006/relationships/hyperlink" Target="https://qoder.com/blog/qoder-v1-mega-rewrite" TargetMode="External" Id="Reaaa1f06901e4018" /><Relationship Type="http://schemas.openxmlformats.org/officeDocument/2006/relationships/hyperlink" Target="https://docs.qoder.com/user-guide/quest/execution-environments" TargetMode="External" Id="Rc694977b4580495d" /><Relationship Type="http://schemas.openxmlformats.org/officeDocument/2006/relationships/notesSlide" Target="/ppt/notesSlides/notesSlide6.xml" Id="R012b786b15be4b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20edec0ba4346" /><Relationship Type="http://schemas.openxmlformats.org/officeDocument/2006/relationships/hyperlink" Target="https://support.huaweicloud.com/usermanual-codeartssnap/codeartsagent_ug_0001.html" TargetMode="External" Id="R8b5e49cebc284460" /><Relationship Type="http://schemas.openxmlformats.org/officeDocument/2006/relationships/hyperlink" Target="https://docs.qoder.com/user-guide/indexing" TargetMode="External" Id="Ra916ff45e4774766" /><Relationship Type="http://schemas.openxmlformats.org/officeDocument/2006/relationships/hyperlink" Target="https://docs.qoder.com/user-guide/repo-wiki" TargetMode="External" Id="R66ae6a7fddc74a8f" /><Relationship Type="http://schemas.openxmlformats.org/officeDocument/2006/relationships/hyperlink" Target="https://docs.qoder.com/account/enterprise/qmind" TargetMode="External" Id="R099a504828f548e1" /><Relationship Type="http://schemas.openxmlformats.org/officeDocument/2006/relationships/notesSlide" Target="/ppt/notesSlides/notesSlide7.xml" Id="Ra06d72462b354f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768eb8c574578" /><Relationship Type="http://schemas.openxmlformats.org/officeDocument/2006/relationships/hyperlink" Target="https://code.claude.com/docs/en/workflows" TargetMode="External" Id="Rf549340181d84a0d" /><Relationship Type="http://schemas.openxmlformats.org/officeDocument/2006/relationships/hyperlink" Target="https://code.claude.com/docs/en/goal" TargetMode="External" Id="R3fb1a9ef3a234751" /><Relationship Type="http://schemas.openxmlformats.org/officeDocument/2006/relationships/hyperlink" Target="https://docs.qoder.com/user-guide/quest/spec-driven" TargetMode="External" Id="Rd0fc933a36e3419f" /><Relationship Type="http://schemas.openxmlformats.org/officeDocument/2006/relationships/hyperlink" Target="https://docs.trae.ai/ide/solo-mode" TargetMode="External" Id="R47c7b45955cb4001" /><Relationship Type="http://schemas.openxmlformats.org/officeDocument/2006/relationships/notesSlide" Target="/ppt/notesSlides/notesSlide8.xml" Id="Rda4fdcc1637347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9350102f84687" /><Relationship Type="http://schemas.openxmlformats.org/officeDocument/2006/relationships/hyperlink" Target="https://code.claude.com/docs/en/agent-teams" TargetMode="External" Id="R59d4b9f383604280" /><Relationship Type="http://schemas.openxmlformats.org/officeDocument/2006/relationships/hyperlink" Target="https://code.claude.com/docs/en/workflows" TargetMode="External" Id="R50f473d2c5b544d5" /><Relationship Type="http://schemas.openxmlformats.org/officeDocument/2006/relationships/hyperlink" Target="https://docs.qoder.com/user-guide/quest/overview" TargetMode="External" Id="R03e452b7f4fb4b59" /><Relationship Type="http://schemas.openxmlformats.org/officeDocument/2006/relationships/hyperlink" Target="https://support.huaweicloud.com/usermanual-codeartssnap/codeartsagent_ug_0052.html" TargetMode="External" Id="R9b87c82629384930" /><Relationship Type="http://schemas.openxmlformats.org/officeDocument/2006/relationships/notesSlide" Target="/ppt/notesSlides/notesSlide9.xml" Id="R8cd656e6b65d46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9013a8575468c" /><Relationship Type="http://schemas.openxmlformats.org/officeDocument/2006/relationships/image" Target="/ppt/media/image3.png" Id="R9e61588fca564b8d" /><Relationship Type="http://schemas.openxmlformats.org/officeDocument/2006/relationships/hyperlink" Target="https://docs.trae.ai/ide/figma-to-code" TargetMode="External" Id="Rafa5434c558242b6" /><Relationship Type="http://schemas.openxmlformats.org/officeDocument/2006/relationships/hyperlink" Target="https://help.figma.com/hc/en-us/categories/14559151746583-Dev-Mode" TargetMode="External" Id="Re69c2202e3344b80" /><Relationship Type="http://schemas.openxmlformats.org/officeDocument/2006/relationships/notesSlide" Target="/ppt/notesSlides/notesSlide10.xml" Id="R98304371714d4f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c7b890525498b" /><Relationship Type="http://schemas.openxmlformats.org/officeDocument/2006/relationships/hyperlink" Target="https://learn.chatgpt.com/docs/browser" TargetMode="External" Id="R05a7fb16611d4c26" /><Relationship Type="http://schemas.openxmlformats.org/officeDocument/2006/relationships/hyperlink" Target="https://docs.trae.ai/ide/browser-and-preview" TargetMode="External" Id="Rb569ad91819944cd" /><Relationship Type="http://schemas.openxmlformats.org/officeDocument/2006/relationships/hyperlink" Target="https://playwright.dev/docs/best-practices" TargetMode="External" Id="Rdd6981cf2a034a11" /><Relationship Type="http://schemas.openxmlformats.org/officeDocument/2006/relationships/notesSlide" Target="/ppt/notesSlides/notesSlide11.xml" Id="Rbf41977f402c4d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40aa5f97b43ea" /><Relationship Type="http://schemas.openxmlformats.org/officeDocument/2006/relationships/hyperlink" Target="https://github.com/obra/superpowers" TargetMode="External" Id="R6c238ce27551411d" /><Relationship Type="http://schemas.openxmlformats.org/officeDocument/2006/relationships/notesSlide" Target="/ppt/notesSlides/notesSlide12.xml" Id="R5e8e370583f44b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94b0fb07a4dce" /><Relationship Type="http://schemas.openxmlformats.org/officeDocument/2006/relationships/hyperlink" Target="https://github.com/Fission-AI/OpenSpec" TargetMode="External" Id="R621a7db3548e4564" /><Relationship Type="http://schemas.openxmlformats.org/officeDocument/2006/relationships/notesSlide" Target="/ppt/notesSlides/notesSlide13.xml" Id="Rd4d6fe4637b7461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2999f1bba49df" /><Relationship Type="http://schemas.openxmlformats.org/officeDocument/2006/relationships/hyperlink" Target="https://learn.chatgpt.com/docs/pricing" TargetMode="External" Id="R5297161d8f864e56" /><Relationship Type="http://schemas.openxmlformats.org/officeDocument/2006/relationships/hyperlink" Target="https://platform.openai.com/docs/guides/prompt-caching" TargetMode="External" Id="Rdccb46b9a5bd420d" /><Relationship Type="http://schemas.openxmlformats.org/officeDocument/2006/relationships/hyperlink" Target="https://docs.qoder.com/user-guide/context-compression" TargetMode="External" Id="R799882312e26429e" /><Relationship Type="http://schemas.openxmlformats.org/officeDocument/2006/relationships/hyperlink" Target="https://docs.anthropic.com/en/docs/build-with-claude/prompt-caching" TargetMode="External" Id="R0053cb1bec7e4d46" /><Relationship Type="http://schemas.openxmlformats.org/officeDocument/2006/relationships/notesSlide" Target="/ppt/notesSlides/notesSlide14.xml" Id="Rc3828aa1bb57452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048414c264dca" /><Relationship Type="http://schemas.openxmlformats.org/officeDocument/2006/relationships/image" Target="/ppt/media/image4.png" Id="R3eae075e5ffc4255" /><Relationship Type="http://schemas.openxmlformats.org/officeDocument/2006/relationships/hyperlink" Target="https://docs.bigmodel.cn/cn/coding-plan/learning-resources/how-coding-agent-works" TargetMode="External" Id="R4b0e9411873b42e4" /><Relationship Type="http://schemas.openxmlformats.org/officeDocument/2006/relationships/notesSlide" Target="/ppt/notesSlides/notesSlide15.xml" Id="R8f5c78f1106d473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b526621924f46" /><Relationship Type="http://schemas.openxmlformats.org/officeDocument/2006/relationships/hyperlink" Target="https://docs.bigmodel.cn/cn/coding-plan/learning-resources/common-workflow" TargetMode="External" Id="R3ebbb8507d1945d5" /><Relationship Type="http://schemas.openxmlformats.org/officeDocument/2006/relationships/notesSlide" Target="/ppt/notesSlides/notesSlide16.xml" Id="R1e24f2e6b20b49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cb83d139d4b1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F44C9-4BFE-4F7E-85F6-63B49E46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7668F-92BE-4EFA-976C-55BC982C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7C70B-0F57-4808-B983-31B034E7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43D97-6106-4337-A808-8BC38CB9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EFDFA-882C-486C-9BEF-DB786BD5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2D85A-C14F-4B74-9A04-2231FF39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A36DE-2E69-486E-8D7C-95E8C5A4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A50FA-3C7C-4C70-BC4A-421B3975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88970-7541-426F-AEBE-C358A254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3A772-7144-45AE-84EE-1C5A87F4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10E0F-5EA5-490A-B925-55A549C3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51BCBD-7C30-40B4-81DD-2E84DECC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54901-86CC-4DED-9690-33747E28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D2CC7-0A77-46B9-A81C-3AC474E7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C08D4-D427-46F2-B001-272B286E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24683-B6FE-486D-9D00-23345673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A89A5D-8786-4B65-96A7-E1914129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D0334A-8487-4886-99C1-A44793EC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83292f7104d33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0BFEA7-46D0-4E51-9586-EEEAF879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296025"/>
            <a:ext cx="2524125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HUAWEI 与华为标识为华为技术有限公司商标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D16B0-55F2-4209-8617-8D0A5DAF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0077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AI Coding 工具能力赋能 · 华为企业解决方案风格版</a:t>
            </a:r>
          </a:p>
        </p:txBody>
      </p:sp>
    </p:spTree>
    <p:extLst>
      <p:ext uri="{BB962C8B-B14F-4D97-AF65-F5344CB8AC3E}">
        <p14:creationId xmlns:p14="http://schemas.microsoft.com/office/powerpoint/2010/main" val="5773174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210CF7-E3B2-4F03-9291-04C7D1DA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F5F38-964C-443E-8AB1-9CD32557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能力分类总览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4F2AF-6501-4488-9E8C-840008F5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10090-3DC2-4772-B179-1A77CF9D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527D9-FDC0-4F4A-A6DB-1EF82B16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7752A-F149-4EB2-AB03-83296C19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8D3BE-9F4E-4160-BCF0-59DF36F0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EC89D-2C11-4253-9724-C4615F0E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66A15-689A-4EFA-9860-96FF963A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2612CC-EDC8-4987-A9BB-77E3F7B0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41442-56F7-4C7D-9BCE-843254B4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73FD5-BD54-4D58-83A0-40E01821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B482B-35E3-45E5-BEC3-0916A33F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5FDF9-17C3-4896-8B5D-0861B0C4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65A98-D4E5-40EA-BF82-26D3C807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F3E1B-0D5D-4D10-91E2-A0EF42FC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91087-DD5A-4594-A3B4-2815D5B9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7FC0A0-76A1-412C-B895-22A91A41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4A0DB0-9524-416F-95EB-E9C4A5C1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BD2887-EC7E-43CB-8C76-774BFF37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432461-0071-4AE7-B86D-E4E99F47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3CEBE6-6F18-49E5-AE44-E03BE13E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7078B9-3526-48B1-B962-515EDA0A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E0F0D3-C9F7-4ECE-A07F-E95BAE7A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5D6E1-D213-4472-9CF7-33FD01B1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B1D50C-3688-41CC-890A-346DFB82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139FB9-88DB-484B-AE5C-EB409DC6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9B176D-C241-46CD-8D93-85749A72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9B21D5-8DBC-4F56-9C3D-89749A0C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23CAD-9AC6-4007-B2CB-B0A86104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4A9736-95A0-4882-8D5C-034941B0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2A7DB9-F9FC-4319-9336-5548FA9A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8DB9F4-0CFE-454C-9EC4-D069AC0C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DDD6FC-8DEF-4978-9697-388AB91F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78206D-BB08-4E7F-B3C6-0D450DFE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0781B7-E53F-41CE-8DA9-4752FDFA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a10a81752ef4f08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aa95e34203e4788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de6aaf2141645e9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4b3d5867ec44556"/>
              </a:rPr>
              <a:t> · Codex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44E93A-D407-4BED-9FFE-5E904AC7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5834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E09A96-4FC6-4AF5-B765-985A7DBE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867CD-4112-453C-823F-6F4B7853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套餐差异总览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BF5E1-9138-4BAC-8422-EB709966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929D0-ED4C-40D0-94A6-F18938E0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B3B34B-55CC-4C54-AD0F-055E7517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2B8C5-EE29-4AB4-A886-4A34F489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7F25B-9C60-4574-B651-FBB016D2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3823A-256F-4203-AD27-0C7B1F0F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17F727-70FF-43EC-8833-85105981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20168-ED5D-444D-8771-78319717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DFEB2-5EC2-4130-A695-1516753A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1A222-90DE-4472-8591-BFF4138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52691-A30C-4666-8A3E-806C0628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7159F-2B57-4964-9A83-5169CFDF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138DC1-1BA7-405F-8A22-50E180A3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883C0-C064-4B76-9C77-98862969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89CA8-58D9-4C35-869B-1E179BBC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770C0B-AA03-42FD-90CC-8FB81DAF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9B746-0435-4D56-84D6-FB3AD524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B6171F-7025-4777-91B0-F8B490BB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4EBF47-B0CC-4791-819D-F98F01CD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6132F0-867A-40F6-BC69-E140356D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D1E101-AEE6-4866-95AB-26188C8B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025993-3592-4E42-A24A-14C78F19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670C8A-2094-4C79-B7F0-90A32751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BFCB4A-465E-426C-8667-087ECB55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257A56-DCC2-43E4-A3B1-F0BC2F25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44F051-3074-4E75-8E61-29AA2AA2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18C66-641B-4F1E-991F-A7769518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64B500-2357-410A-8304-5E290F74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3D9F66-4F26-4AD3-94EF-2F8FAD8F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86D073-0125-4DF2-95B7-47800EBA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CFFD1B-8545-405F-9A85-89D26FB6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420EC-7131-47FF-81F0-2759F37A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13F5D6-B83E-4CDA-B2E3-C7D57892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A61103-93D1-4262-ACEB-0A889E1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322E65-026B-4179-92B8-8D9D4457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1C3DD8-70A9-4A9E-B8FF-D346974C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77AB0A-2BEA-4C88-9BB9-70EEA022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1FC429-C09F-441E-9310-3EE605AF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D1F941-2FE1-4453-995D-6A1E67B8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372F2B-DF58-473E-8E70-50A1C773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A546BC-B9F7-40C2-ADEE-25D4D26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B6B28C-15A4-442D-AD9A-170273D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68D49F-35F9-4BB4-A281-A5266792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DFDFDF-5EFA-49F5-9572-67CCE3B2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2BAFC0-99CF-437D-9F6A-501CC090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17BA27-EB50-44FA-BD68-A49F5D4B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3E55C3-503D-49C5-8B89-942814C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73F176-2D66-4CC5-A67D-296C8BA9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4F718E-C46B-4C02-BFD5-A866864B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9F6A2B-091E-4851-B97F-372B9687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055BCB-79CB-428B-85D1-AFE46C59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DDEFE0-4294-450E-80B5-D286291F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26ECB9C-96D0-4B31-A2CC-025C69EC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849303-92A6-4D10-BE6D-18BECD53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ECC47F3-44C0-4C33-9A32-EC254E2B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F74E772-FEB5-4D14-98AC-B841CD2B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597F873-DBF4-453C-9F40-43587F70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15198D7-69D3-4EBC-BB54-87E4CF1D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5E9CBA1-6F8F-40EE-B5A3-B4EB3E35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2334E6-26E8-44D4-85FC-4878BF86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41E80D0-DBB7-457F-8031-4FEED9EC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BE6A51D-6F84-4A59-9EB2-F65E3A8A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f68db6099c24909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024022c9f2f4509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2c6becfb71447f2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d3bd9f62e114fc8"/>
              </a:rPr>
              <a:t> · Codex Pricing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C4D9D6D-5AA3-4CD0-8283-5DCC891B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749021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F5A7120-C7C7-4AD6-BA5F-7BE0756C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DA134-6B23-4610-9E6F-273A21E6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计费对比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470A7-ABE1-44C9-862B-AAFEB5CF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6082F-8766-4DB3-846C-8B450D3D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535E5-E15B-4CC1-A97A-96EAEA1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4FAD0-27EB-4F42-86FA-B634A461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E73581-8376-49AE-9296-4483E2B9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F7C455-D0EF-433E-91C9-F3DB763F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7DAF9-32C2-4088-86CE-BEB3502F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176D0-690B-4439-B367-3913C11D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ECD6C-BC7F-4AC1-A85D-23623D84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1387D-9BD4-45A2-A9C0-DDE6F80A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8CC4E-8F96-448E-9DB8-2C136676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6725C-3B8B-4720-A4E5-8BEB37D0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77DEF-70AF-46D8-8989-FA65A39C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9C61C-93E2-46DB-81BB-08A606DF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D91DC5-CD96-44FD-A1F5-B6E8821B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93B58-E047-4F31-8228-C564C607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00157-4B56-4F45-B1F5-C9DAEB99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CB29B9-DE3C-411D-925A-CC53B9BF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F1453D-7A45-4548-B3A5-7AF2C81E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05DE9-2638-47ED-8C26-8D4118B0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E549DE-538A-4E0E-A6A1-65A475BE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3EC2D-59A2-45B0-BA85-A541D9B9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BE6726-4A43-4244-BCC6-734B68D7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337CD2-6B17-4F31-900A-ADD6FE55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6A7B01-4F33-4716-B83E-4C2AAE51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85A0AB-1020-4CC4-9FA7-70FB95DB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8D4CC0-FB4A-4B38-BBA1-5AB2706D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47A126-5BDF-4220-AA08-4C61CC1E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64F52C-91C8-4AD1-B068-86E9776D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E8E8DA-0D64-4DC8-991C-5A48F99D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7B8867-D15D-4E78-9298-8FFF2EBC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D2E76E-8BED-44E9-8616-E78C4F0D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DCD500-1442-48B2-9B4F-988B8D6F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36C2B4-B500-4EDD-B3CE-4B0D101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BD057D-15AD-4806-B29F-AFC0D113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6B0ACC-E536-48A7-8CA3-35BAD3A1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4298A6-84CC-46AE-B81F-07BDE1BF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15A326-FB26-42B6-94C7-DF435BDE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8A203C-9E5B-457A-AA8C-09E913D2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8BD569-5438-4531-AF1A-9C956944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6DBBC9-06FD-4DE2-8E82-A80C01CF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25676A-AD2F-458B-BDA7-7909124B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896B4D-5929-454E-8C5A-EC3182F7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B47739-F2C1-4A7B-A1F5-F502BF60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8406bf0464b476a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3619520f2924bc0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8cda86532da4481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b7e74a78da040ef"/>
              </a:rPr>
              <a:t> · Trae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137D4A-A862-4E7C-9B49-7DAE6911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8273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B1CE80-2385-4BC9-B480-B02458CA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96AE5-3A38-4B29-AE86-43518FEB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知识引擎的实践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C4A11-648A-472C-99FC-28598E15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38EE1-825D-4C50-8901-DBAAA52D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eacf530a54b66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8ED8B-8CD8-431E-AA3F-0F4A3D73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DEA42-6401-4E3B-AD2B-9E0CD471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9C09EE-222B-4ADA-B39C-8C847FD2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BD17BC-0AA0-4971-A4DA-714C3DB6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F9E0AA-C085-4DDA-B985-6297A922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C7FA9-A430-4F00-92F5-B3730B65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5C5C0-465C-41A4-A84E-9690120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CE8D5B-3581-493D-981C-8D8B64A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0C832-7657-4759-8BCB-E2A6E142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B4CAE0-2351-4ED2-9CB1-8B9F35A2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E7848-49EC-4730-8AA7-97B5B145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49F68-3A53-4C3D-8495-34FF3CF9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E551B-39DD-4CE3-ABAF-CEF22ED7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4458FF-2458-4CCD-934C-5BEB5A27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F39DC5-8CC1-412B-ADA9-A2B557FA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0E0CF1-6229-4346-8A87-3493B95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5DB93F-7B78-4874-855A-10C3C1A3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8DCD1-A24C-4154-BD1F-042BEFA9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C58561-F4D7-47AB-8C60-AD683085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DB2169-81BB-4AC1-9CCA-841407B4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85A0A-C2D4-4B42-98D9-185A1E84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A11C44-2ABF-41B4-A167-2B84B5F9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58EDE-8630-4306-8357-BEC3ED5F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ADEF43-2F91-444B-8022-A621D15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4D85BB-99D5-4982-8F46-05114745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353FE5-6170-4C05-852B-D96A8293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11A713-D12E-4DEC-A75E-4DEAA228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B2BEFD-540C-472E-A142-E205F48A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F71F36-AFEE-45F4-BD9C-1FC7B520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1691a465f954f43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a242dafe85f42be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70316a38d934fc5"/>
              </a:rPr>
              <a:t> · 码道 Codebase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2B4C70-3EDF-406C-9570-EF79B0F3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32354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7905206-7DBB-4C3E-A94B-8B8BA0A8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6EDEE-9490-45F6-9ED4-CFDAE0BE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存量项目重写的实践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BBC58-0BD9-43F2-ABBA-4075B2B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37E17-9AB9-4A8C-B0A2-2E24C991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2058f21704b3f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7C351-7801-44E9-809F-613ACE65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B8B28-1BF5-4B56-873D-9C8780AD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D0EC-AD17-4FD5-815D-C7F0634C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58AE9-259D-46AB-A8D6-313366D5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C53E0-E315-4D8A-97B9-F58F655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B9189-5B7D-4695-82C1-6FA31A8A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F5F98-A9F6-4CC9-8CF2-20E86116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15E4B-33D0-41EE-8100-9DDF4196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1E226-CABD-42AE-AA6B-AC20D784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0D246-CC97-44CE-A821-10A0EAB7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0B6C38-A01C-4497-A75D-887AB3A6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2AD3E7-CE28-4BFB-AF7E-BEA771A9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ED870D-8D95-431E-8627-2611B522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3246C2-72DF-49B7-A9FE-2D19F4FB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F77E3-1A0E-446D-9212-AA235F27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5C6755-6A42-467E-A5B2-441ACDB4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E6C982-97CD-429A-BE9B-BBB86D36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D9A81D-6B41-4A57-92B9-0A74C38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DE582C-5D6F-4F1E-AFED-32808C32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19BF24-AABE-40D5-A615-A91AA07A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9EC02F-38E0-4947-BE2F-B88EFB0F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594BE1-FF5E-41AA-A3BA-03936C02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804519-7D5A-40E1-9C36-ED31161D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91860-22B6-4D77-BAE4-141A5C12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5FEC6C-15D4-4058-A929-6FDA510B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BB1EE3-5FD7-48F0-AB64-A33130BD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BC2F2B-FB1E-4C51-A6A7-E0BBF25E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5D55DE-194F-4190-B901-BBC4C187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91B887-2D05-4992-A527-E25C13A5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531C22-99B5-4B43-9373-0B4907A2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558FD2-7714-4796-A4B1-33A4369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B54CB2-E662-4696-B02A-0A1D6D90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EB4DDD-F983-43FB-8FF4-B2D42244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C46658-344A-430E-BECF-BF33780F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1C2E1D-7373-4476-A5FD-BA0BF46A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6163C2-C63A-4B6E-A562-4F979E74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A40726-1DB4-4D31-B6DA-309EBC3C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D4301C-55A8-4F73-A9E8-0247EA4D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4C7E14-D6BA-4E29-B748-921BA518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82B670-9A01-42D8-B448-BE738BBE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9B2193-B6A9-4CD7-9381-AC8408DD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BDEE7F-7142-4B07-AF1C-47878151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D680EA-BB36-4B7A-B49F-D74AF4C8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DACE77-19A4-4085-B0AB-092414F0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8EA6A6-A8AA-4C61-B586-015433A5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8DA5CA-E83F-4874-978C-15B0C8DE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E13644-9F22-4EBB-95A9-165A5A0B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F89BB1-B7C3-489F-855E-C6D0FDCA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AC3C79-1541-4BB6-B433-D6B59142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C22B46-8487-4081-8490-2257B14E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4061F2-F317-4C9E-8071-7FE6316F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F44773-3AE9-4C60-AF43-F64E4695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BC6124-636A-4CB0-9E7B-5992A58C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DF59240-58BF-44E4-AD30-976ABD93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01FFE1-5079-430F-8A4C-28C75C55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6B2686-93B4-422D-AFB8-540FF7BD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63FCF2-E393-463A-9E7D-F76092DD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1B35638-2D2C-4B3C-ADBA-FA9FCAB3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8980326-7FA5-49CA-AB67-CE762A8D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5F96A08-0B2A-40AA-9F98-0CB7310F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0CF59B-557E-4CD5-B9DF-158B1377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16C4C33-C9A3-4960-8ACE-A832E723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AE07535-6758-4D00-AFD8-E08A56FE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D362F51-12ED-4795-AAA3-CC3706A3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655E810-A9A9-45C3-8572-5D4A90AF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9F170C9-A6A7-45D3-959B-BCA9397B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BE3C792-5DBB-4FD5-9029-5D5C6F68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9D188E-A43E-4984-8E8E-88BFF776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F5C917A-F254-46DC-B7D6-3FD8AC54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aaa1f06901e4018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694977b4580495d"/>
              </a:rPr>
              <a:t> · Quest Worktree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1C2B91-E3E4-4C2F-A141-323BAE3E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400174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217BD4C-7DBC-420F-859D-CF5B372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7FCB0-DD2F-46F5-BD91-EBE191F0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Codebase及CodeWiki技术深入分析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8B1A4-35F4-44A4-911E-2FE72082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2791C-6ED8-487F-B592-8410DB98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4675E-C11B-4F2A-9FE5-2CB31961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DDFEBD-8106-43C1-B879-1ADDDA9F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9373A-EA9C-494F-B569-E517BDD2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1CEBB-7BBC-440B-9A3E-F0632966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02BC7-661E-4E14-88E1-389A2687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92560-E407-446E-AD73-5D64E2D0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0CF4F-1E05-4282-9F89-8DF4A0E9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FF7A4-A542-4A71-9B39-6B847C23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79B76-E6C5-4F60-A508-D0A6B742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3426D-A9D1-4300-AC4E-9869DD22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DB0AD8-A698-4A46-B2F9-EAB690E2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97E3AB-6B96-427A-80C9-D748EABD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23506-9B10-4CF8-B286-22D3967D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64BCD4-9799-4310-8B93-D50A65F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CE9D7F-4E24-4BEC-9286-037360DD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91D1D-D837-4F73-ABF4-65179A31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165ABE-3C6E-4EA0-8992-36267DBC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15D05-7E56-4636-A366-69449314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E8D6D-B796-4EE2-BF04-A8195FBC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6EC4D-928C-4EDD-8E8E-19475312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0716EB-05EB-4390-A50B-6C2B5973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78DF9-3AD6-46E5-B44A-D3DD0C2A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829F6B-4472-4888-910D-4539BC99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8A1F51-B849-4B02-81B5-2BB6C5CF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D243A4-7728-473A-996E-2D39D681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DDB88A-DEA4-4BA9-B17F-7088B5DC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BD569A-B6C9-4836-AFAB-E8AD6606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F67C3B-EF70-47AB-B045-02BB72F4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276E17-52B2-44CA-90B7-C674EC75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A63373-5369-42B1-B0FE-5E9301BA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B6452-E7E3-41BE-8BA9-37BF6F89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03687B-68E5-4FC2-A872-069CE612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5832CB-E0FC-4823-B869-277F09F2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090705-4E26-49DD-9653-DF9CD222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F73933-F46A-4DD5-945E-34BB5B3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6DAB07-B3D6-4852-AE94-CACFEB59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6AAC6C-8F36-4D35-A622-884C390A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AAD904-9C18-4BEC-A257-966A5747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7AA6B7-46B7-4956-BE78-69023417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5980C5-73BA-453E-B8E0-C7852ABD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91B29C-9B2A-4F9F-BE2B-60B92A6B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AC30E-FAB4-44BE-8F8A-C9529E79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C0EEF7-06EF-41D1-8159-89EB0A13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6F9667-97D7-49FD-B426-6138BBC5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BE60B4-8DFC-430F-8EA9-A3D8A1EF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0FAF35-9001-4526-B615-971DFE90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B103E3-313E-47A7-976A-DEC37D74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B2A10F-3880-450B-A5F5-558D8265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C88485-C58B-4238-BB84-33EA97A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248C52-7644-4E5B-A04B-9A1C06A8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4A6220-7FF2-447B-98CB-039F348A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5C93F9-A2B1-427B-A254-B9EDC3CB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DBCBB8-BCFE-4370-A330-18B92636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78E527-885E-4DCB-BAF6-1ECDB2B8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FF71153-F850-4EEE-8E1A-CDC3BA9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3B0859A-4971-4C55-B625-39D1A486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339366-E114-4A4B-97BF-9C1E07B9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45D5F95-8923-4F4B-A812-9978109B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CB489FE-D1E8-4749-BF3A-0C8C1128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C7E73EE-76EC-439D-9DE2-0851F39B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A33CFE-935E-47B6-BDF2-9597ADB0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B8C346A-0215-4002-813F-3696C970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13236D5-A81A-4E7F-B2B8-0E1B4357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8968867-1131-4D4B-8E5D-E04633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BC5A050-FAC1-41DB-B47E-2C9D5929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1B35E2D-FC74-4CD2-98D5-95B08B85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1A86858-35CE-4357-9848-C9AFEAAC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21170C8-8695-47B7-A2DF-659C69AD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950686D-729C-4B82-87AF-AA38CE05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A7D7A9F-8CD1-4D3F-8F6F-FFA40C7C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8D9013B-F4CD-428A-B5D3-41CC7E51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6A5F67D-1220-42BA-B2EE-C510D52C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CFB32F6-A0A3-44E9-ADB9-5A03A72F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A7BEEF8-6954-4099-A388-63E0D057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B39CDA7-77C4-4C97-9D89-438ED67A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99B771-2FEB-4F2D-9DD8-D8745010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b5e49cebc284460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916ff45e4774766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6ae6a7fddc74a8f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99a504828f548e1"/>
              </a:rPr>
              <a:t> · QMind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3A9B82F-94C9-4508-96B2-A9B2D1F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96163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4626C69-2DBF-4812-BD7A-3C939A2A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861DB-E26D-4EA4-96D4-0D7137E2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Workflow、Goal、SDD、Solo、Quest深入对比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2B0E1-E7A3-4E2A-994D-15C2A26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F4A5A-CCF7-48B0-A607-9F6EFD0A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C43D8-6968-4400-8D78-C706AE3A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CA7B1-FF9A-4747-A773-95D5364E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DB799-1398-44EB-85FA-6AFE0D08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6867A-5B7E-41D2-8329-309C23CD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00448-1D07-49A5-ADCC-BD3423FC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3CE0A-20A8-4692-A972-69F54988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6CE58C-297D-41A1-936D-1113A62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F9984-B06B-43B5-B047-63729EC3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47D6FB-1EE5-40F8-A1D3-B900BCEC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68F14D-FD2D-4496-9BA6-E936B2C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7CC88-C333-40CF-8A4F-D9D7CDFA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B29B79-5878-4149-8BA6-C02EB1DA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AB224F-7143-4C14-8057-E4EC78E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9F33D7-5B5C-4B4D-974B-D42C1E08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3B6B00-F13C-43AE-9C57-EDF70DF8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6425B-8B93-4C8F-B0C3-6DC04F9B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FCC8F3-1B1A-4CAE-A164-2013161D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CD8618-F84A-458D-BDD9-596A7349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0956DD-5EDD-4C17-86BB-FF75EC5E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E36298-4E36-4970-BA00-2E120791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6B4269-7D10-4373-AE12-41AB64C9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EE13F6-12DB-4096-AD02-46A0E9FD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6FD8BF-68E9-4B69-880D-BFFB0D2A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BC255C-8757-42BA-824E-27D45ED4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A8D5CE-D44A-448C-8D22-E4B6AF9F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A027CE-D28A-4CAE-AE2B-3D4FE452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EC9D83-89BE-4C66-A72A-A5EDC5CE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837E7D-E9D1-4F88-B71D-0410E18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E5A8C6-FB23-46C9-8E28-E881F055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E39A4E-D684-4DDA-AB31-2B70E30D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FAF462-6240-49C1-820C-445EAD67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2F1AFE-284E-4C5C-BD41-9CAC122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C2B65C-0999-4B7D-9C30-B0C13A1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E2D1DB-8872-4AB2-A75E-DF3879B8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2B3D15-94CA-443A-8E89-41D65D2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F30043-08E0-4E7E-97DD-E5C2FC89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BC2E82-7530-4538-BDB4-A917E67F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1E480B-5391-497A-B3A2-F85314F3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38D683-3037-40DB-8642-B7E008CD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BDFE6A-54D1-4C4A-B5B1-C631CCE2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128894-F462-446C-A862-B5DBDA60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C33540-8F96-4B40-BEDF-4A0AD6AD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B7099E-5337-4DE4-879C-A26878BA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0CD34-8306-4123-85C3-E21AFCC8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EADF7E-E049-4245-A12B-85FB923E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60F97E-7F3C-4F33-9A06-8DC84792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2F3E24-DE0B-4FD0-84F7-D6D4E894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84F730-292A-434B-8140-DD289743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D34247E-CE4A-433B-B4BB-A77C89EF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8E5DEF3-87AF-4386-9180-D8AC75DB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7CC1D58-F52B-40E3-A468-DD51A0E1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1A8E24-66D0-44B7-9C40-510D8618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1A1CD7-C623-4D29-B9BB-FD69D069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1EFBFC-9AAC-44A7-A034-CA35D80D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55C0B49-3D08-491E-893D-D0E5709D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32874B0-4005-4A79-B530-CF065243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EB97A8-1238-47CA-9B95-2ED1DB1D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934CEA-E33E-4A84-AB9A-801E6030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48748B9-ECD3-435C-ADE9-7CE59C04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D817CF9-2F3A-41B5-8CB6-76724402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AE079BC-1E24-49F0-8A6C-10D8FF60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4EBC9B-2318-4031-BCF5-53D5EBDF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0F238EF-CC8B-4AE4-81A0-50EB5D29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2B6C04-4DD5-4117-9E3F-8F16067A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FE5F49B-0700-4D5B-B7B4-1400A06F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684F090-16E5-4ADF-B9CE-0793A033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56D10F4-DC8B-4E61-A35A-B8B27138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DE36DF-432B-48D0-BB43-0956E5C9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A180D1F-99E5-4807-A0DD-C8492DD9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B3EB2D5-D137-4E8A-80E6-5D38EE8A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017C262-D489-4D37-97B3-D7DD95A2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56D7A20-E6D5-472A-963E-727D8471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4D2E922-8957-42AC-9951-6B6B1338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76ADFA7-29E6-4C00-A6C9-33676251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BBCCC1C-823C-46D7-8964-CD0A8E50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4BC9E2-A52B-4239-8B14-497AF1F0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18F7584-9308-468D-B0CB-E75BDAB3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97CAC5-9AA0-4D49-BE16-41958FE7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6231B0F-9F5B-457A-8FBE-BD12303C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078D2E4-9DBC-4480-A89A-77AC612A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133CBB7-365A-4609-83CA-D0F49208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43A3570-08BE-49AF-9030-DF5D7010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4AB90DB-9039-46D8-9626-86738084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0DDC1B2-B9D6-4F23-883F-703615D2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515EC68-F1D5-4853-A08A-E4B46F9C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1B01C32-2384-4AAD-8858-6D2D9A74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B5D82AC-8A83-410C-8671-6DB7FB3D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7ECD054-3BED-49F0-B7DB-FCB71E23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C41F55C-F54C-4555-AC1F-0784B704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549340181d84a0d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fb1a9ef3a234751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0fc933a36e3419f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7c7b45955cb4001"/>
              </a:rPr>
              <a:t> · Trae SOLO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422F571-AA98-4B59-B202-D4BECB8A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277856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13650C-B360-4440-A305-48CE6D03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1B8BA-E998-48F5-98A4-202BF0BE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多Agent协作技术深入分析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6017A-F703-4876-B3CE-5005973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86722-90D0-44FD-A140-B8DB40C3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0A234-BFD5-4D2F-A4BA-16A7119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B53FF-6A0A-4FFF-9F68-BAE383C9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FD795-F856-4595-89E4-8F4FC430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ABD46-4A02-4B10-B14B-19856B9E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B2867-3BEF-48DF-98F5-BBCE4573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7BAAAE-3640-4F4E-A32A-ACC9072C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A3E7F-D20B-4490-8C68-DD0D7954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F8899-2CB0-44A4-8C22-5F548B3D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FE1B9-5C66-4C6B-B297-F7F9A23E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13619-D9A2-4F26-9F83-4A4B677A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7BD32D-67ED-4F4A-B515-1BDAAC4A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C07FF4-70D7-4B3B-A39E-39419A6A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84D60-5D72-4DAF-8D8C-FB3AE575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0FD5BB-9DA8-45DE-991E-0FD8C4E6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FEAB0-9B4B-46D2-95E0-7A6CDDE1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67709B-FABD-4C1D-9AC9-4A3A2ECC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5110BC-1EF8-432D-84E1-A299EBE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5EAED0-7E29-4BDB-A4CD-9892AB60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0824FC-05F8-4990-ADC9-E475FAA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67AA5C-DFC8-47DA-B2ED-CD6FFB0E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5E6451-15E5-42EA-B3ED-5BAF6C51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4CCE9-B9DC-4EDD-8560-335B9154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46C445-40AD-40FF-99AD-0B12F167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BC79A8-A401-4277-8758-0F6AD7C7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A777A5-A023-4458-BF6B-EEE73291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D7F54F-6666-4F7C-A09C-C52D5F1F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B73B29-9955-4EC2-8C61-ADC85360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D06117-3A81-4A87-84A1-A68C50B5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21E91B-94A8-44CD-A121-22B2B765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0D6E40-83FE-46E2-8B64-B7A99400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DC4C7E-284A-4163-8245-5FB25020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83E9CC-6F58-4204-98DF-0FA29555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F33DAB-57FA-42E8-8B1E-62B68572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955DBB-BBFE-40F0-AC7A-5243529E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5CA939-EB19-4471-AF2C-22868525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476A27-D3E7-4BF4-973D-41B2C6F7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9d4b9f383604280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0f473d2c5b544d5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3e452b7f4fb4b59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b87c82629384930"/>
              </a:rPr>
              <a:t> · 码道 AgentTeam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9A9597-FD2B-48BB-81ED-A47F09C4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98471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AFFEFF-D0EB-4868-A49D-FEB88C42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DBA11F-80EB-4B8C-B5C1-FC31FCC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  最佳实践：Figma插件对接原型验证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08561-F80C-47AF-B4EF-D3C629C2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4E59E-7E0A-4550-A7D7-90C2AE0E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1588fca564b8d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81C28-BA9F-4BAD-AB7A-A337241B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3331E-D398-4607-8FDF-EC721D78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DD2AF-1F24-4111-BEF6-0F4846B0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32A58-AF44-4076-94B7-6F8478FD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E1CCBD-3DA5-46D7-B425-F82A6896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DCF41-BDE1-4054-A03A-80BA8206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E5D4D-2489-403B-86DF-4162FDA7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44691-083F-4137-8F14-ACF9F772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46874-8330-48C6-89E4-FAB42EA8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E59B55-73CF-4CD0-ACB4-726987B7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E0ADC-E5C6-44AC-B41E-2C9F8DAC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EB633-ECB3-43D0-9EF0-A02C01FE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222F5F-4150-4217-9D44-6115E890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EF75E8-30CF-4780-B03D-EBAC390B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B9613F-5648-4495-AF26-55F9EFA4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AC3289-B6CC-4799-9462-044C8201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B60BA-1FD0-4A50-8AEC-8E907DC8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CFF996-8001-4774-A571-1BAE2B3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53C80-E1E4-4AF5-9527-FC8E4A55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AD9D8C-D4C3-4B7B-B2BE-CF245B0A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8CC67-C3CF-4D7F-B5DE-89A854E2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BA8306-CEE4-4CE9-8936-58C7B1B5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8095EC-CB39-40D3-B464-2AB1C0BD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32F711-918B-4222-A67D-5611BAAC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72FD-94B8-4719-9AA8-B2EE99F0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E758D2-78A1-4854-AC1E-DFEA3160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6E953F-711B-4213-95A9-5787BAB5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A6FAC0-F260-4A2E-984A-BE794002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140CCA-7BD8-4A11-BB0C-586A0488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BF58F8-9C5F-48AE-BC35-71D31DAE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239B89-E804-4833-856C-CD1E3660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358C8D-BD3D-428D-A86D-4C49BA17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E280E7-2216-4857-88B5-8E812516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9BBD3D-21E5-4076-AD04-96B24A51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50944F-A950-46CA-8A21-A6AE548D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B54E98-F233-48D1-9F4A-7D50A927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64FD1F-C00D-4196-901D-0F391E21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B3E022-19E7-4A8F-92A0-01CEF90D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5FEAA6-A8E8-4C85-B5C7-DFCF739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323457-A2A1-46D2-A026-B9E5FBE5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fa5434c558242b6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69c2202e3344b80"/>
              </a:rPr>
              <a:t> · Figma Dev 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24B102-64EB-4014-8A1A-1DA7AD8C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06696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EA8D3F7-1994-4EB7-A371-0A161221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FC575-20A6-4A21-8B26-D5E68BA3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最佳实践：Browser Use进行UI测试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ADF23-7974-4351-85D6-74A91E0C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F0C6D-F9CA-4FDD-B7AC-FA31059C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A6E03-49A7-4A05-8F91-6FAA4EA5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94D42-F161-413E-A021-1A9EAA62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50C2B-5F4A-4EDB-8D80-D8EE758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90008-C27D-4586-BA3F-29DD992C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4EF47-9E47-4E18-AFE1-42C26412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A1403-C28E-4C92-835B-C247688C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03A03-8428-4160-A593-27D9A4E6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AA8DC-B471-4718-B269-0854297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C264E-AF58-4EDA-AD63-91143862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DFBE-D0E4-49EB-A102-50FE08C1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48EBF-16AD-41CF-863C-D7D3E00E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45232E-FCF7-4549-A11C-7A36E03F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6D4CB-F6BD-42DB-938E-AAB06581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04419-37B2-4C44-BAE5-E7C4E01E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D7255-8D56-4FEC-99E0-CFA8FED6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C6467-9AA1-4372-B25A-ADFAE050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F3C18C-485E-477F-8C44-ACA9B70C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351564-CF85-4566-8B99-7DFAF177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C577F8-D238-44A2-9BED-5577AFA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7AA955-4AC1-4FC2-93CE-9A6D71F3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A1C65E-AFB1-4DC0-BF3D-832CDD90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9A3631-84CC-4E60-87CC-CC0F3C92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A2D176-3687-4CB5-B07B-8359803E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AE11EA-F490-4C9A-8BFD-5B059D58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FF73D5-917A-4E2C-9638-5D4EF6BB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446117-4D62-4CA3-B91D-FE27968B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ACF262-356F-46B8-AE07-75B85E89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CC8C87-891F-4546-8730-19B2FE37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A288B8-2D38-4C8E-80B1-6246F9BE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5C8E55-192C-42AC-93FD-9F3166D8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C7BC9F-3086-4035-80B7-D6665679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004E97-EEB7-48A2-AA2B-0399FBBD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6EDE3E-79FF-4CBC-9453-D027CC5B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817BB2-66D5-448D-82A6-564F1EDB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9C25C2-9659-4148-B7AB-7594FBF4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EF9B83-1D75-462A-B5B1-9C66E9D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63BBC2-3B36-43F6-BC12-4D26B848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58BCF1-D25E-4956-B8D2-1BFB3CA8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A27710-77AD-4DE8-A20D-27B0328C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BF15F0-E773-43A7-B55C-737C37F5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22C7AC-72F7-4B75-9736-18134028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95A0A1-B92F-449C-9A42-9580B860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CA16EA-7DB8-46CC-9F54-6B47452D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31BA63-664F-4CE0-A69F-D8FDDE5F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E88E73-C4BC-4D49-93DB-5401622B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7495A6-4D45-4DFE-912A-E0D265A0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26F884-47A7-4354-972F-7F3EBA10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B2F8E1-2F52-4DAB-92BB-31838AA2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06422A-97B7-474F-B737-609E57E8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C302B9-ECE1-4845-8FA8-CEB2E2CC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EE95D0-8B92-430E-A161-60B8923D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76DE799-BACF-4077-A80C-FD999F5A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73CD79-C929-4B08-9CC6-DAD49BF2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314D5E-F12B-4D49-8840-8CA80D52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DA79A1-612F-4752-AFAE-AAAAD1AC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CC4320-3420-4261-A00C-22AF3103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910361C-B4A1-4103-B0AC-F14E686D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A93421B-3038-4E69-AFB5-3DF2D0B3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5a7fb16611d4c26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569ad91819944cd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d6981cf2a034a11"/>
              </a:rPr>
              <a:t> · Playwright Best Practices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C0DCEE-49D6-4D92-BEB6-2EAD1100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44340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9032747-4E4C-404E-95BC-DC487DDD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62B3B-B2A9-4C1F-9DA2-982CF511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  产品 Superpowers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B55FE0-9B76-450B-9211-33FC8BEB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CE538-F7C2-446C-9578-84695756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A0ECB-4445-43FF-823A-D1870BFB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26337-3A03-4004-8CB4-902E37B9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4179B-104F-460D-8DC0-6EF0C844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650A89-C559-4BF7-BA59-00ADCC2F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EAACF-DA2D-4889-AA96-8500D0A8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E490E-B0EC-416C-94E4-14D3BDE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C0A0F-C9AD-46AB-9AA0-2E168F53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EE7D8-CFD3-445A-846D-D7314914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2BFE2-098D-437E-B17A-C8AF8E46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64681-4C64-42C6-B8A7-A902DFA3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8558F6-6329-4AC6-A6B0-994C468E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9C0AE4-97FC-4A66-B2C5-04951827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9AF69-AC8C-4296-AF78-8A3AF6D5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41D00C-9678-4B68-9113-E6E42204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67D48D-4077-4043-B195-5DACE887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A33A96-C4D0-478B-8B5D-8EBE0F85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25995B-2611-45E2-AB18-647A5840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495FB-B343-49C0-BA20-DEBA2623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7E51C2-DCF8-4A16-B4B0-FC56DE65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F7C18E-3E87-4CC3-929E-C1B03E01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271A26-BF9C-4C9E-A4AF-21ECC83E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51A8C-5FA7-4D11-A607-85F9BEEF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E67C4A-A534-45D7-8B38-F8B58305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B80692-4D91-4246-BBD5-BE70F386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ECA8EF-5DE0-44B9-93CC-C433332F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C79344-2FF8-4E56-998D-415B9BAE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46A89A-32E4-4366-8D40-A3DCDBF2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C8F857-2DA9-4F1A-87E6-54F51AE9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ECF3F3-B9FA-4629-9B74-823365BF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359B41-E48D-4FC0-8CC4-15723DA9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50E9FF-74CE-4696-A8A6-68F00A7A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72CBC3-30BB-45EA-98D5-466EB7D7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983BA0-3D8C-4CC5-87D1-1FDC8C37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CC5D08-6DA0-4216-991C-401B88EF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B67A3A-0A21-466C-8E0B-E0D2D555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5CA23C-388C-4812-8995-CEF1F817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2341E7-2FF0-4D82-A28D-E74F4DB7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20B7A3-54CD-4079-ACDC-3684C12E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AA1092-057D-4BD8-9CA2-4293375E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94C5C9-371D-4454-84DB-67D533DD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79ECED-F36A-40BC-AEF2-7B0736A3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93DCD50-3CD4-4087-BEB8-58DEDDB6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BAF677-DBD7-4936-B8BE-F18F98C1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C5B16C-F49E-43AB-99DA-B4CE067F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623ECC-725A-4A74-A592-8525154E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A6D87C-EE07-4877-AAB8-6F3BA1C2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4E44F8-13E3-4329-8873-06C7EBFE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A79D7B-38DA-4694-A523-BEF6F3D2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783AF1-7807-4BDC-8E37-F380086A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AE8CF5E-0A0D-4185-9D1B-7FB4A6AD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ECF1EF-1ABB-4548-8325-0CC6CD42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4B0166-D5D2-4069-8DB0-1EF1AE16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CF2D0D-E4E6-43B1-8391-C0ACBCC8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75C432-0968-43E6-99FB-33BDC37D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E8EBE55-C58B-4B87-AC69-872DE3F4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85F994-4A5D-4DA9-93F6-A6DEC3D6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0CB1DA-6B28-4863-9ACA-E9D7CDA8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5E3AA5-DF41-4E8B-9B1B-B0896F33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858608-1C9F-438B-BC81-20744448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7EEC99E-197F-4844-AC06-51F170F4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B4EAEF-FC6D-4080-92A3-31C86303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C228470-FF79-4496-B254-6CBAA804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B2CBB4C-105E-4E71-828E-FD81FAFE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A3BD160-8AA3-4234-9C50-ADDA5F5E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03D1169-0727-411B-9983-0DF8D5BB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826DF91-B6F4-4330-B5AA-7F50B9DB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c238ce27551411d"/>
              </a:rPr>
              <a:t>Superpowers GitHub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B964579-4ECE-4B1D-B24E-97E0C66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109615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C38F81-50C1-4411-94BE-B433FD70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46D7D-9A85-47D8-9E9A-B0B4975C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  产品 OpenSpec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539CD-1F94-44BC-994F-C4C4DDCC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B559D-34A0-4254-9404-FAB00D0A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87DFA-5C03-4957-87E8-42A886FE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CFCDE-30DE-4A68-9FDA-1E8D7DCC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938D9-EE3A-4E3C-BC77-070C91FD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4551C-BB15-4EC7-AD23-CD081FA9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3B7F6-0BBA-4D35-9F4F-8E900A5A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BBDAE2-4E81-46D0-AA4E-21C3282B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878AD4-CD3D-43FA-A62A-CBB449A0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57E2A9-B25A-449C-A555-AFB98B9F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B546F-000C-4D2E-BA4E-1ABB9E04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78BE7-7686-4A8D-A2F8-DE5A634B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D05D8-A552-4815-9C41-9CF4A129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603D11-0AAB-45F8-8DAA-465CD4E2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7B330-6932-4776-B85A-E599E2EF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1A3FAC-CE2A-49FC-9332-D3437503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3BED75-1C21-437B-813E-47BBF21A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653DE2-65A7-466A-A5D7-6E60B485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C9AE4F-7507-413A-85DE-D16D8579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AFC186-0F25-4E49-8610-8E243965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87534F-D837-41CA-8979-1A24A6FA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6E83CC-3FC1-4D46-99E2-B1ABEA7A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48BE66-BDBC-4968-B3C8-71B26C43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33E669-A637-4C07-9596-D8467AB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E933E9-E19C-4364-82CE-1F000889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36478-6263-47E8-BF3A-C6033CBE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A365F4-C6ED-4B27-8A39-A9D06C8D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8EC365-2DA8-4CA9-AEE3-75F08312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24D5F7-CF5E-4EC7-B805-182A8C5B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A6F098-AF21-42EE-A5DF-D9AC3E5C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FF11ED-E58B-4DF8-962F-B0D9A082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A5D59F-0AB8-4245-9415-C1107DBB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99DCB6-1ACD-4F88-8135-76C6E83A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6321B1-A2C7-4FFC-98CE-DF5C06B1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21a7db3548e4564"/>
              </a:rPr>
              <a:t>OpenSpec GitHub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59F6B4-93A9-453F-9C8F-018F5516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84958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C65FB7-93FB-4BAC-B80A-27915BD6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E963C0-00E3-4DAC-92EB-CF268139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  最佳实践：如何省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E81FF-49B5-41E0-A135-C80D100A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44AC3-8074-47B0-80E2-5C86AB15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8F4A6-9EE3-48E8-8FD3-B78B4F4F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C6333-D238-49F9-BEBC-63A93F6E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47227-2102-4F59-B42C-75C3023F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956E6-40F5-48B6-96BB-718F9597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4ACCD-C36F-4449-BB5E-8CCCE4FF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317A2-1631-4711-AE03-B1DC634C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3571D-A18D-4EE1-914D-4AAFA627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49F5D-0A5D-492F-99AA-AB12ABD2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E70F90-7765-45D1-87B0-E30CEF3E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A1EC1B-2408-4E1D-A9D4-5372B9F5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400DE-D1A5-40E4-85E4-826DF3BB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5AB57-5910-4C57-AA48-A917F0E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A7371-FF85-4351-AE05-D98D169A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A84A5B-B977-4F4F-99ED-76FBBBB5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55D0FB-68E5-474B-BC06-7FE7379E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3B340-7E47-49E3-B740-E653AE0C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33055-C65B-4F55-98FA-313A7CA1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40949-C082-4F5F-B8CF-8F6AA470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44D4C9-D180-454A-A892-F6B078FD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5A644-0506-4781-8D01-A9918EB2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5322AF-5D46-480B-BE98-6F817C5F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C4FD96-9B9B-4870-80F1-D836407D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77EE49-98FA-44E8-8E23-22D63DCA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61C34-E15A-4444-A1E0-1E1DFE03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20F6C4-17F9-45AA-B895-20B0428D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9272D-2C3F-4CD0-9C11-74ABBD41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916AD9-A419-488D-8878-0DE50F8F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7F9B72-FE7C-4884-BCFA-44D18831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D9E4B6-D219-481C-A8F1-F6ADC300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1B79B2-623C-41CF-ABC5-363370B6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C5B97C-251C-494E-8DC9-9F058B62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CE4E72-5181-4DF4-9410-5B5C9DC0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1A5A03-42E4-4685-A97A-C6EE3105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28F583-5048-4802-8CB6-A8B35DA1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A0C865-C12A-48B7-8B81-CE87D162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3FEC16-29A8-4DAB-951E-D288B102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2FFE78-B16B-418F-99C3-6B289C34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1599AE-4D5F-418D-B0C4-EEEF69C3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235ABB-2AED-4AFE-90D8-D409DB11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B0C3CE-22DD-47B2-BE20-138A7D17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64B8B2-41C1-4AB9-A0C6-3F3E6885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83EF-6278-40C7-900D-9718BCB0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FC356C-3666-497F-BA0E-612B43D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DB98A9-8A05-4B81-9ED8-41F6C83B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DF02CDF-0F53-4CF9-90B2-C2840D6D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3D6C95-3A4D-4635-A205-40189344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5B5BAC-D306-4ABB-9262-3444FC89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D98A28-E3C0-4708-B287-44B35B8D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B21A57-11CF-4261-841C-507E8A31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FF0C82-ADC2-4133-AE3D-B48C0509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A14043-D032-4D76-ABB9-E641E7F9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6A8836E-BFBE-41FB-B41F-FDF1A12C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B4DF33-63A5-4EF0-B37D-6552CC94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297161d8f864e56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ccb46b9a5bd420d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99882312e26429e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053cb1bec7e4d46"/>
              </a:rPr>
              <a:t> · Anthropic Prompt Caching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FC7EB2-17DA-49DA-8408-6E8A466B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06103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8AE035-F0F9-49E1-963F-80D4698D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64112-BBF5-49F5-B38A-B976D977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  Agentic Loop 工作原理总结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5ABA6-1306-4223-9D0E-BF31EB04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E2EFB-5D84-4FA0-A74A-7C0C9218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e075e5ffc4255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BB06E-0DD9-4EE2-B54A-847C9B5B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63A59-A090-46D0-BE5F-AF721CA3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DDCE2-FB61-483B-A41A-E63ECE2F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FEC42-CD4C-433A-B57C-F7A5797F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8C779-0722-4070-8A2C-D2C36D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EBEB6-B419-42D1-A4A8-3628D849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83B654-977C-4BAA-BEE4-F9A071F7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89E10-2BAA-4215-8EF0-BE7CAA10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82A3D-2DFD-472B-AE5E-ADEF1A16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A2B03-C7A1-4116-948E-F98E2E80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F0AD2F-6DC0-49FB-A565-AEBE4B9B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7A4F5-8DC6-4150-9F15-6D5BCD28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F24A9-FBDC-4B5D-81FD-0ADA69A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464A8-9D98-40A3-8A86-4B75C207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C1F67-F13B-4A8C-B114-2D305A6D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9991F7-34E0-4D64-9E00-304468FE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AA0ECE-B433-4877-8BFB-1A4B981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1580B9-438B-499D-A112-62EDD9B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0F5DB-E949-424D-BF59-FD96AAF5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961470-9F2A-4158-A0EC-FBC98A89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A7B95F-CFD7-4D26-8AC7-2376CD7B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7F6D86-7E54-4FC4-90FD-D84A5FEE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237004-F215-4EEB-8E56-ABD7ED70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735A7D-1A93-4132-BAB7-617C93C8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E812B5-6707-4852-BD89-607BD372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E9EF4-A0B9-4FE6-90F9-CEC7B80A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CA1FF8-28B4-4661-B420-492727FD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877874-5C90-4EA4-88CA-41D4B78A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D8271E-F71C-45FC-B929-4AAC32B2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6EF732-9972-4579-A0EE-3354BE68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461AB0-71BF-4E30-B737-3E704F20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A89F66-AF8C-4F2C-85C4-FC9E75C5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00FD97-87A1-450F-8188-642FF5AA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1FB4EC-FDD1-4466-80EC-484AAC0E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7A064E-D286-4378-A765-20732F6B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57E4C3-6713-499D-97D2-6F7919C8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71DA29-5BFE-4DA1-8812-A7EDDD36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E0D0D-CC43-438E-A995-267575B4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DBC0A8-0DDE-48D0-B1F1-8DB20129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A4E37E-0DE7-4A09-8FA8-D386B305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48CF93-C715-4682-B88F-EE415652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9244B3-ABD0-4A29-9197-1536878A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9D4E82-D017-4FE9-BC29-C4B50B88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F3E690-8AA7-44B7-8019-519694E2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BB54B1-850B-4C5C-AB8C-B620672E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D01F6A-408C-4C91-99CD-A3F5A7EB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D45F00-06B6-4CF7-B0C4-9200E361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E671D4-11FC-4AAD-9337-61E9BD04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5C1630-3D87-401C-9FEB-150E69E3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43DA19-0B3B-4FBB-A812-ECFDAA23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CB7328-50B2-4FFE-AE30-0131AD11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8B55ECA-25CF-4D49-86CB-F6266556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AB18C47-30BF-4BCC-B3BC-78C4D78D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D31FE8-3B0E-4762-911C-DD832D34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B90AE96-D5B2-4226-912F-EFD580E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b0e9411873b42e4"/>
              </a:rPr>
              <a:t>智谱：Coding Agent工作原理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23AA4CC-B367-4AA3-90C0-18BF33E1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062285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9EF4720-D3C0-4134-87EC-51492562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EA648-5C47-45AD-A159-EA1DDDB6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  Coding Agent 常见工作流总结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DF95C3-086E-4B4F-89A5-077AC3FB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A89EB-7F41-4A5C-94C7-629E8FA8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8ABC0-2364-4697-BF0A-5A46AF4F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568E-F05E-4971-9399-D2F625E6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72CAA-D7D8-499B-BDEF-E1EC60C1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F995D-44A4-4C0C-B47C-8C385371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797E93-8F37-49EB-962D-F0B1D4F8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910B4-F537-4A44-A9F3-6EC658F0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63FB2-6874-4F0B-8C2D-48EE0682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8E3B2-CA5A-4923-BC83-A13A3FD9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BDFAA7-C15B-437E-B837-376A12AA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60263-9A48-4B8B-B932-84A524E7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358BF-FBA7-417E-9DFE-8C2E4F96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4BAC0-D039-4481-B43A-999FBE70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C0F81-3D51-4CEC-B6AF-07C9828E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8D05E-13B2-4E21-88FA-1835F5AB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DB8120-5885-4F6A-98C7-D0B92922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DD7B7-C5B8-40EE-8AB9-8D702FFC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C2FD8B-4D02-4E43-93B2-21CA03BC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A0419-9DBB-4366-ABE0-805DCA60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B59A40-290E-415A-92A4-0E2BC6D7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165F2C-873A-4C83-9658-40DD8C43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CF963-E4C1-4455-88FA-5C7AD755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75A646-7673-4846-B21B-C191E4BC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2B3FD2-2451-46E2-B5AE-4E150698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42293E-0710-4589-B400-208D1DC1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88ECD3-D51D-4155-A4A1-0A2527C6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06DF2-EFDD-4E48-BDFE-93837832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25B0D8-2AA7-4213-9AEF-0E1907F6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8824FA-068A-440A-BBE7-3EB8D230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25D97B-86E7-41CC-A6BC-020C292B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581AF1-81DB-4717-8573-1AE8ABE1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BA36F3-844E-4FB5-8D4D-63AA4054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BCB617-69FA-4249-AA43-3E10A208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085CC2-C310-46A0-B299-9CBF01F4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D8CB5B-F5BA-4365-8A63-43E9A039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1240C5-415E-4503-BABA-40DB71F4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C21319-4890-406D-A877-531ABC0E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C4818E-AA1C-4FC3-A351-C1E74140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9C6742-B5C4-4E6D-A880-82BECE04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FD3CDA-21A5-41E2-91A9-5CCD7B44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F3C837-DEB1-4123-BAFF-CE66486E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B59C62-ECF4-484D-8484-CFBD18CA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FC1970-0EE6-49EE-AF20-CDF09E3F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27C005-F32E-497D-814B-F8494E3C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6776CE-0F1F-466B-98D3-094ED597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0206EF-BDA5-43A9-A810-DDC37509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38B311-7C40-47CE-8D4F-04F66A17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7CCE0B-9E93-49A1-8C20-7A8CAF11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DE2F47-4A9E-4529-B680-F28422DA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D0E3A8-4955-4667-B795-24265426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1B1B8C-5D61-4301-838F-8B4A561B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79E6DB-6826-4694-83A3-FEC011E9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1692D36-9FD2-4DE3-A3D3-547B7ADC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4F582D-DEDE-4DDD-8EF3-37835FA8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239AAD9-BDC6-4A36-AC98-0B8392A6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604ABF-FB26-4268-BC8F-ED21650D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8F98C22-DEDB-4F14-BA81-E9B199C3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7E2A80B-B1D6-4494-9A77-38FBF1BB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C70FB7-9814-41C6-BC31-2839D433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90F4907-C340-4037-9AB3-32976F84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CB70CBB-D708-4144-93DE-F949F79E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DE90067-FCF4-4E99-9E68-94493885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226E28E-9DD3-49BF-82CF-8DA8DCA7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ebbb8507d1945d5"/>
              </a:rPr>
              <a:t>智谱：常用工作流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F6B4B2-88A9-4684-953D-12170AA1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39004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2026-07-23T03:38:30.7230000Z</dcterms:created>
  <dcterms:modified xsi:type="dcterms:W3CDTF">2026-07-23T03:38:30.7230000Z</dcterms:modified>
</coreProperties>
</file>