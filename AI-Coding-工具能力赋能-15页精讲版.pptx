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76acb3c8774e42" /><Relationship Type="http://schemas.openxmlformats.org/officeDocument/2006/relationships/extended-properties" Target="/docProps/app.xml" Id="R4b5ab2bdc09d4b7d" /><Relationship Type="http://schemas.openxmlformats.org/officeDocument/2006/relationships/officeDocument" Target="/ppt/presentation.xml" Id="R9d2019d019864b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d06e95c50544fc"/>
  </p:sldMasterIdLst>
  <p:notesMasterIdLst>
    <p:notesMasterId xmlns:r="http://schemas.openxmlformats.org/officeDocument/2006/relationships" r:id="R51df0ed0733f4ea3"/>
  </p:notesMasterIdLst>
  <p:sldIdLst>
    <p:sldId xmlns:r="http://schemas.openxmlformats.org/officeDocument/2006/relationships" id="256" r:id="R89cd6798100c4879"/>
    <p:sldId xmlns:r="http://schemas.openxmlformats.org/officeDocument/2006/relationships" id="257" r:id="Rbbc4afa4380a4def"/>
    <p:sldId xmlns:r="http://schemas.openxmlformats.org/officeDocument/2006/relationships" id="258" r:id="Ra113c2df20a34fe5"/>
    <p:sldId xmlns:r="http://schemas.openxmlformats.org/officeDocument/2006/relationships" id="259" r:id="R6cc1cf52054d4f95"/>
    <p:sldId xmlns:r="http://schemas.openxmlformats.org/officeDocument/2006/relationships" id="260" r:id="Re9dbff67b2204773"/>
    <p:sldId xmlns:r="http://schemas.openxmlformats.org/officeDocument/2006/relationships" id="261" r:id="R07bcb8211c3645d1"/>
    <p:sldId xmlns:r="http://schemas.openxmlformats.org/officeDocument/2006/relationships" id="262" r:id="Re640e31232c74f58"/>
    <p:sldId xmlns:r="http://schemas.openxmlformats.org/officeDocument/2006/relationships" id="263" r:id="R11ea499da5d04bf7"/>
    <p:sldId xmlns:r="http://schemas.openxmlformats.org/officeDocument/2006/relationships" id="264" r:id="R781e46d787ef4bdc"/>
    <p:sldId xmlns:r="http://schemas.openxmlformats.org/officeDocument/2006/relationships" id="265" r:id="Racb0a756e29447fe"/>
    <p:sldId xmlns:r="http://schemas.openxmlformats.org/officeDocument/2006/relationships" id="266" r:id="Rfc9e199786e448fb"/>
    <p:sldId xmlns:r="http://schemas.openxmlformats.org/officeDocument/2006/relationships" id="267" r:id="Rfbad32f46d73450b"/>
    <p:sldId xmlns:r="http://schemas.openxmlformats.org/officeDocument/2006/relationships" id="268" r:id="R93227ac51e7847a2"/>
    <p:sldId xmlns:r="http://schemas.openxmlformats.org/officeDocument/2006/relationships" id="269" r:id="Rf75590dc8fc74d0f"/>
    <p:sldId xmlns:r="http://schemas.openxmlformats.org/officeDocument/2006/relationships" id="270" r:id="R8655af34df5945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7f0112521842f3" /><Relationship Type="http://schemas.openxmlformats.org/officeDocument/2006/relationships/slideMaster" Target="/ppt/slideMasters/slideMaster1.xml" Id="R18d06e95c50544fc" /><Relationship Type="http://schemas.openxmlformats.org/officeDocument/2006/relationships/notesMaster" Target="/ppt/notesMasters/notesMaster1.xml" Id="R51df0ed0733f4ea3" /><Relationship Type="http://schemas.openxmlformats.org/officeDocument/2006/relationships/presProps" Target="/ppt/presProps.xml" Id="R45d67a43952c4294" /><Relationship Type="http://schemas.openxmlformats.org/officeDocument/2006/relationships/tableStyles" Target="/ppt/tableStyles.xml" Id="R2fb1bdeae5e8438c" /><Relationship Type="http://schemas.openxmlformats.org/officeDocument/2006/relationships/slide" Target="/ppt/slides/slide1.xml" Id="R89cd6798100c4879" /><Relationship Type="http://schemas.openxmlformats.org/officeDocument/2006/relationships/slide" Target="/ppt/slides/slide2.xml" Id="Rbbc4afa4380a4def" /><Relationship Type="http://schemas.openxmlformats.org/officeDocument/2006/relationships/slide" Target="/ppt/slides/slide3.xml" Id="Ra113c2df20a34fe5" /><Relationship Type="http://schemas.openxmlformats.org/officeDocument/2006/relationships/slide" Target="/ppt/slides/slide4.xml" Id="R6cc1cf52054d4f95" /><Relationship Type="http://schemas.openxmlformats.org/officeDocument/2006/relationships/slide" Target="/ppt/slides/slide5.xml" Id="Re9dbff67b2204773" /><Relationship Type="http://schemas.openxmlformats.org/officeDocument/2006/relationships/slide" Target="/ppt/slides/slide6.xml" Id="R07bcb8211c3645d1" /><Relationship Type="http://schemas.openxmlformats.org/officeDocument/2006/relationships/slide" Target="/ppt/slides/slide7.xml" Id="Re640e31232c74f58" /><Relationship Type="http://schemas.openxmlformats.org/officeDocument/2006/relationships/slide" Target="/ppt/slides/slide8.xml" Id="R11ea499da5d04bf7" /><Relationship Type="http://schemas.openxmlformats.org/officeDocument/2006/relationships/slide" Target="/ppt/slides/slide9.xml" Id="R781e46d787ef4bdc" /><Relationship Type="http://schemas.openxmlformats.org/officeDocument/2006/relationships/slide" Target="/ppt/slides/slide10.xml" Id="Racb0a756e29447fe" /><Relationship Type="http://schemas.openxmlformats.org/officeDocument/2006/relationships/slide" Target="/ppt/slides/slide11.xml" Id="Rfc9e199786e448fb" /><Relationship Type="http://schemas.openxmlformats.org/officeDocument/2006/relationships/slide" Target="/ppt/slides/slide12.xml" Id="Rfbad32f46d73450b" /><Relationship Type="http://schemas.openxmlformats.org/officeDocument/2006/relationships/slide" Target="/ppt/slides/slide13.xml" Id="R93227ac51e7847a2" /><Relationship Type="http://schemas.openxmlformats.org/officeDocument/2006/relationships/slide" Target="/ppt/slides/slide14.xml" Id="Rf75590dc8fc74d0f" /><Relationship Type="http://schemas.openxmlformats.org/officeDocument/2006/relationships/slide" Target="/ppt/slides/slide15.xml" Id="R8655af34df5945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39de2a7dee40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2d8c7b2f3d4592" /><Relationship Type="http://schemas.openxmlformats.org/officeDocument/2006/relationships/notesMaster" Target="/ppt/notesMasters/notesMaster1.xml" Id="Red987279ddab4a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4319eb245142fa" /><Relationship Type="http://schemas.openxmlformats.org/officeDocument/2006/relationships/notesMaster" Target="/ppt/notesMasters/notesMaster1.xml" Id="R9bfc5836f81e44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b2e936026b4808" /><Relationship Type="http://schemas.openxmlformats.org/officeDocument/2006/relationships/notesMaster" Target="/ppt/notesMasters/notesMaster1.xml" Id="Rbc968b21981f4f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27cc50077c4705" /><Relationship Type="http://schemas.openxmlformats.org/officeDocument/2006/relationships/notesMaster" Target="/ppt/notesMasters/notesMaster1.xml" Id="Ra90ed861bc6d47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57042af7964cd7" /><Relationship Type="http://schemas.openxmlformats.org/officeDocument/2006/relationships/notesMaster" Target="/ppt/notesMasters/notesMaster1.xml" Id="R4d6e10bfdd794c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9a6fa9cfe946f0" /><Relationship Type="http://schemas.openxmlformats.org/officeDocument/2006/relationships/notesMaster" Target="/ppt/notesMasters/notesMaster1.xml" Id="Rb64713d83e3642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67191fef884a76" /><Relationship Type="http://schemas.openxmlformats.org/officeDocument/2006/relationships/notesMaster" Target="/ppt/notesMasters/notesMaster1.xml" Id="Re9224173e03043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940c9c17c848b9" /><Relationship Type="http://schemas.openxmlformats.org/officeDocument/2006/relationships/notesMaster" Target="/ppt/notesMasters/notesMaster1.xml" Id="R3484ae14ff6340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f5bc7676c54f7d" /><Relationship Type="http://schemas.openxmlformats.org/officeDocument/2006/relationships/notesMaster" Target="/ppt/notesMasters/notesMaster1.xml" Id="R2361677929c249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be7620f9fa4918" /><Relationship Type="http://schemas.openxmlformats.org/officeDocument/2006/relationships/notesMaster" Target="/ppt/notesMasters/notesMaster1.xml" Id="R09622e863c0f4b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f2f0160abf4896" /><Relationship Type="http://schemas.openxmlformats.org/officeDocument/2006/relationships/notesMaster" Target="/ppt/notesMasters/notesMaster1.xml" Id="R170393ee366d48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b314f40d4445fe" /><Relationship Type="http://schemas.openxmlformats.org/officeDocument/2006/relationships/notesMaster" Target="/ppt/notesMasters/notesMaster1.xml" Id="R6a62a928a5534c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9bc397a4654f8d" /><Relationship Type="http://schemas.openxmlformats.org/officeDocument/2006/relationships/notesMaster" Target="/ppt/notesMasters/notesMaster1.xml" Id="R3b497e0722704b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5f0788d1584f5d" /><Relationship Type="http://schemas.openxmlformats.org/officeDocument/2006/relationships/notesMaster" Target="/ppt/notesMasters/notesMaster1.xml" Id="R3a3f6317c5c34b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b51c1ee6114418" /><Relationship Type="http://schemas.openxmlformats.org/officeDocument/2006/relationships/notesMaster" Target="/ppt/notesMasters/notesMaster1.xml" Id="Rb99c33107a7e4d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f66af329c4a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71232f13dc4944" /><Relationship Type="http://schemas.openxmlformats.org/officeDocument/2006/relationships/slideLayout" Target="/ppt/slideLayouts/slideLayout1.xml" Id="Raaf62091970a46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f62091970a46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dc4746d34462e" /><Relationship Type="http://schemas.openxmlformats.org/officeDocument/2006/relationships/hyperlink" Target="https://support.huaweicloud.com/productdesc-codeartssnap/codeartsdoer_pd_0001.html" TargetMode="External" Id="R61a125b8ea0940e4" /><Relationship Type="http://schemas.openxmlformats.org/officeDocument/2006/relationships/hyperlink" Target="https://code.claude.com/docs/en/overview" TargetMode="External" Id="Rbbf9c564aa154a6f" /><Relationship Type="http://schemas.openxmlformats.org/officeDocument/2006/relationships/hyperlink" Target="https://docs.qoder.com/" TargetMode="External" Id="R96385d3007f04415" /><Relationship Type="http://schemas.openxmlformats.org/officeDocument/2006/relationships/hyperlink" Target="https://learn.chatgpt.com/docs" TargetMode="External" Id="Rbb310a17ba3b4eb9" /><Relationship Type="http://schemas.openxmlformats.org/officeDocument/2006/relationships/notesSlide" Target="/ppt/notesSlides/notesSlide1.xml" Id="R30048d59287f45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1cfee87f74336" /><Relationship Type="http://schemas.openxmlformats.org/officeDocument/2006/relationships/hyperlink" Target="https://codearts.huaweicloud.com/pricing.html" TargetMode="External" Id="Rf9a24339d2b84b9f" /><Relationship Type="http://schemas.openxmlformats.org/officeDocument/2006/relationships/hyperlink" Target="https://support.claude.com/en/articles/11049762-choose-a-claude-plan" TargetMode="External" Id="R0f6cdd2486ff4b8e" /><Relationship Type="http://schemas.openxmlformats.org/officeDocument/2006/relationships/hyperlink" Target="https://docs.qoder.com/account/pricing" TargetMode="External" Id="R5b2291a34dce4895" /><Relationship Type="http://schemas.openxmlformats.org/officeDocument/2006/relationships/hyperlink" Target="https://learn.chatgpt.com/docs/pricing" TargetMode="External" Id="Rf5193d108cc84e1d" /><Relationship Type="http://schemas.openxmlformats.org/officeDocument/2006/relationships/notesSlide" Target="/ppt/notesSlides/notesSlide2.xml" Id="R3ad42b6acd9945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fa6b413d4420a" /><Relationship Type="http://schemas.openxmlformats.org/officeDocument/2006/relationships/hyperlink" Target="https://codearts.huaweicloud.com/pricing.html" TargetMode="External" Id="Rff7e415e51144261" /><Relationship Type="http://schemas.openxmlformats.org/officeDocument/2006/relationships/hyperlink" Target="https://docs.qoder.com/account/pricing" TargetMode="External" Id="R98776548998c44a9" /><Relationship Type="http://schemas.openxmlformats.org/officeDocument/2006/relationships/hyperlink" Target="https://cursor.com/pricing" TargetMode="External" Id="Rb6e42e254242405a" /><Relationship Type="http://schemas.openxmlformats.org/officeDocument/2006/relationships/hyperlink" Target="https://www.trae.ai/pricing" TargetMode="External" Id="Recdd4570f91c47ae" /><Relationship Type="http://schemas.openxmlformats.org/officeDocument/2006/relationships/notesSlide" Target="/ppt/notesSlides/notesSlide3.xml" Id="R0ec02656551a47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26534331545c3" /><Relationship Type="http://schemas.openxmlformats.org/officeDocument/2006/relationships/image" Target="/ppt/media/image.jpeg" Id="R1e9dc715289443dd" /><Relationship Type="http://schemas.openxmlformats.org/officeDocument/2006/relationships/hyperlink" Target="https://docs.qoder.com/account/enterprise/knowledge-base" TargetMode="External" Id="R8b2a28258d7b425b" /><Relationship Type="http://schemas.openxmlformats.org/officeDocument/2006/relationships/hyperlink" Target="https://qoder.com/blog/qoder-llm?type=%E6%8A%80%E6%9C%AF" TargetMode="External" Id="R4c97a55fe2fd45f8" /><Relationship Type="http://schemas.openxmlformats.org/officeDocument/2006/relationships/hyperlink" Target="https://support.huaweicloud.com/usermanual-codeartssnap/codeartsagent_ug_0001.html" TargetMode="External" Id="R42264569a4424af8" /><Relationship Type="http://schemas.openxmlformats.org/officeDocument/2006/relationships/notesSlide" Target="/ppt/notesSlides/notesSlide4.xml" Id="R7dcd40b3805a48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285256ecf4bac" /><Relationship Type="http://schemas.openxmlformats.org/officeDocument/2006/relationships/image" Target="/ppt/media/image.bin" Id="R93083513d9a74460" /><Relationship Type="http://schemas.openxmlformats.org/officeDocument/2006/relationships/hyperlink" Target="https://qoder.com/blog/qoder-v1-mega-rewrite" TargetMode="External" Id="R629e0af0a0a74a10" /><Relationship Type="http://schemas.openxmlformats.org/officeDocument/2006/relationships/hyperlink" Target="https://docs.qoder.com/user-guide/quest/execution-environments" TargetMode="External" Id="R677e25a37bc14de5" /><Relationship Type="http://schemas.openxmlformats.org/officeDocument/2006/relationships/notesSlide" Target="/ppt/notesSlides/notesSlide5.xml" Id="R3443875e412649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7910a1b964d66" /><Relationship Type="http://schemas.openxmlformats.org/officeDocument/2006/relationships/hyperlink" Target="https://support.huaweicloud.com/usermanual-codeartssnap/codeartsagent_ug_0001.html" TargetMode="External" Id="R9f09b2dcfcec451b" /><Relationship Type="http://schemas.openxmlformats.org/officeDocument/2006/relationships/hyperlink" Target="https://docs.qoder.com/user-guide/indexing" TargetMode="External" Id="R881bfd47d04c4ede" /><Relationship Type="http://schemas.openxmlformats.org/officeDocument/2006/relationships/hyperlink" Target="https://docs.qoder.com/user-guide/repo-wiki" TargetMode="External" Id="R084269f0f8084a57" /><Relationship Type="http://schemas.openxmlformats.org/officeDocument/2006/relationships/hyperlink" Target="https://docs.qoder.com/account/enterprise/qmind" TargetMode="External" Id="R11afc8d6e75b4ea0" /><Relationship Type="http://schemas.openxmlformats.org/officeDocument/2006/relationships/notesSlide" Target="/ppt/notesSlides/notesSlide6.xml" Id="R2592e5a4e87040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f378c098443b6" /><Relationship Type="http://schemas.openxmlformats.org/officeDocument/2006/relationships/hyperlink" Target="https://code.claude.com/docs/en/workflows" TargetMode="External" Id="Rc34dee100ee7487d" /><Relationship Type="http://schemas.openxmlformats.org/officeDocument/2006/relationships/hyperlink" Target="https://code.claude.com/docs/en/goal" TargetMode="External" Id="Raa4cfa5c29014729" /><Relationship Type="http://schemas.openxmlformats.org/officeDocument/2006/relationships/hyperlink" Target="https://docs.qoder.com/user-guide/quest/spec-driven" TargetMode="External" Id="Ra2397d744c3b4a9c" /><Relationship Type="http://schemas.openxmlformats.org/officeDocument/2006/relationships/hyperlink" Target="https://docs.trae.ai/ide/solo-mode" TargetMode="External" Id="R746d8dc1c60b4e9b" /><Relationship Type="http://schemas.openxmlformats.org/officeDocument/2006/relationships/notesSlide" Target="/ppt/notesSlides/notesSlide7.xml" Id="R18b0e60ea63740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57fb6da214959" /><Relationship Type="http://schemas.openxmlformats.org/officeDocument/2006/relationships/hyperlink" Target="https://code.claude.com/docs/en/agent-teams" TargetMode="External" Id="R1f5af5dcfc26417b" /><Relationship Type="http://schemas.openxmlformats.org/officeDocument/2006/relationships/hyperlink" Target="https://code.claude.com/docs/en/workflows" TargetMode="External" Id="Rc82e8fdf008542a5" /><Relationship Type="http://schemas.openxmlformats.org/officeDocument/2006/relationships/hyperlink" Target="https://docs.qoder.com/user-guide/quest/overview" TargetMode="External" Id="R62f94cfcda7749c8" /><Relationship Type="http://schemas.openxmlformats.org/officeDocument/2006/relationships/hyperlink" Target="https://support.huaweicloud.com/usermanual-codeartssnap/codeartsagent_ug_0052.html" TargetMode="External" Id="R650dfe26d1704fc5" /><Relationship Type="http://schemas.openxmlformats.org/officeDocument/2006/relationships/notesSlide" Target="/ppt/notesSlides/notesSlide8.xml" Id="Rde220bff077346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afdc107f14ba0" /><Relationship Type="http://schemas.openxmlformats.org/officeDocument/2006/relationships/image" Target="/ppt/media/image.png" Id="Rb057432f2efa475b" /><Relationship Type="http://schemas.openxmlformats.org/officeDocument/2006/relationships/hyperlink" Target="https://docs.trae.ai/ide/figma-to-code" TargetMode="External" Id="R1496db081d6d4a7d" /><Relationship Type="http://schemas.openxmlformats.org/officeDocument/2006/relationships/hyperlink" Target="https://help.figma.com/hc/en-us/categories/14559151746583-Dev-Mode" TargetMode="External" Id="R9bf73393a11846b1" /><Relationship Type="http://schemas.openxmlformats.org/officeDocument/2006/relationships/notesSlide" Target="/ppt/notesSlides/notesSlide9.xml" Id="Rab9c76bf1b3a49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7f9078426465a" /><Relationship Type="http://schemas.openxmlformats.org/officeDocument/2006/relationships/hyperlink" Target="https://learn.chatgpt.com/docs/browser" TargetMode="External" Id="Re580c2f96cb64005" /><Relationship Type="http://schemas.openxmlformats.org/officeDocument/2006/relationships/hyperlink" Target="https://docs.trae.ai/ide/browser-and-preview" TargetMode="External" Id="Rd1ae2f9171674ef4" /><Relationship Type="http://schemas.openxmlformats.org/officeDocument/2006/relationships/hyperlink" Target="https://playwright.dev/docs/best-practices" TargetMode="External" Id="R8a23f1eb070242fa" /><Relationship Type="http://schemas.openxmlformats.org/officeDocument/2006/relationships/notesSlide" Target="/ppt/notesSlides/notesSlide10.xml" Id="R95fb5b9ee8a64e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c9452ee42494c" /><Relationship Type="http://schemas.openxmlformats.org/officeDocument/2006/relationships/hyperlink" Target="https://github.com/obra/superpowers" TargetMode="External" Id="Rc17236f43bb5492e" /><Relationship Type="http://schemas.openxmlformats.org/officeDocument/2006/relationships/notesSlide" Target="/ppt/notesSlides/notesSlide11.xml" Id="R4baa725a970247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cc87e3efc48d0" /><Relationship Type="http://schemas.openxmlformats.org/officeDocument/2006/relationships/hyperlink" Target="https://github.com/Fission-AI/OpenSpec" TargetMode="External" Id="Re4987f6411014f84" /><Relationship Type="http://schemas.openxmlformats.org/officeDocument/2006/relationships/notesSlide" Target="/ppt/notesSlides/notesSlide12.xml" Id="R72406b0234c941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b10359aef4845" /><Relationship Type="http://schemas.openxmlformats.org/officeDocument/2006/relationships/hyperlink" Target="https://learn.chatgpt.com/docs/pricing" TargetMode="External" Id="Re8fc35f17cac43b5" /><Relationship Type="http://schemas.openxmlformats.org/officeDocument/2006/relationships/hyperlink" Target="https://platform.openai.com/docs/guides/prompt-caching" TargetMode="External" Id="R1644a0fce3254091" /><Relationship Type="http://schemas.openxmlformats.org/officeDocument/2006/relationships/hyperlink" Target="https://docs.qoder.com/user-guide/context-compression" TargetMode="External" Id="R548fd2b92d5d420f" /><Relationship Type="http://schemas.openxmlformats.org/officeDocument/2006/relationships/hyperlink" Target="https://docs.anthropic.com/en/docs/build-with-claude/prompt-caching" TargetMode="External" Id="R4529d696f32449c1" /><Relationship Type="http://schemas.openxmlformats.org/officeDocument/2006/relationships/notesSlide" Target="/ppt/notesSlides/notesSlide13.xml" Id="R3592ddbaba5a4b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b1a6bd4174bb2" /><Relationship Type="http://schemas.openxmlformats.org/officeDocument/2006/relationships/image" Target="/ppt/media/image2.png" Id="Rd1f3abe6063f40c1" /><Relationship Type="http://schemas.openxmlformats.org/officeDocument/2006/relationships/hyperlink" Target="https://docs.bigmodel.cn/cn/coding-plan/learning-resources/how-coding-agent-works" TargetMode="External" Id="R568d87acd0b64469" /><Relationship Type="http://schemas.openxmlformats.org/officeDocument/2006/relationships/notesSlide" Target="/ppt/notesSlides/notesSlide14.xml" Id="Rd1ccddbc38284e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c5dbbf7e1461d" /><Relationship Type="http://schemas.openxmlformats.org/officeDocument/2006/relationships/hyperlink" Target="https://docs.bigmodel.cn/cn/coding-plan/learning-resources/common-workflow" TargetMode="External" Id="Rd94a29bb76a94a0b" /><Relationship Type="http://schemas.openxmlformats.org/officeDocument/2006/relationships/notesSlide" Target="/ppt/notesSlides/notesSlide15.xml" Id="R5a30b56b89ab41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775656-3758-43FC-996E-60564996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C5C3E-4C16-42E3-A875-DC26AD90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  能力分类总览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D7D9C-CE41-464E-AE90-DE546851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六类能力共同构成 AI Coding 的工程闭环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7BAE1-04E0-4B0C-8005-D61A2C9E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80687-741B-4CAA-86E4-20234E07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4A320-D286-4176-BD75-343BF163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E7309-B231-4448-B4E5-71A5930C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Codebase · CodeWiki · 知识引擎 · 规则/记忆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F93D1-DF86-44AE-97FE-A01ED5C4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读懂仓库、业务和团队约束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38D49-F057-4DCB-AE10-D6023F5C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D18EC-542A-4B5D-998F-6989F804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DBC1E-3B5E-4119-8D29-A5BB1D17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任务与编程模式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B2DE3-B91C-4FC6-8909-12E6A338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Workflow · Goal · SDD · Solo · 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69DFB-40AB-413F-A661-A1928E2F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把需求变成可跟踪执行过程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E421F-854E-4D1F-B0D2-EFE6CCA7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59B75-F238-4B0E-BCDC-AF5E3A39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AC259-4D98-4F68-A28D-1CDD01F9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工具与交互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546E6-48B3-4324-9FC6-B479F252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CLI · MCP · Hooks · Browser · Figma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81CD7-865E-43CA-9761-B3BC77E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连接终端、浏览器和外部系统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3587C-00E1-43E6-9FEF-47D8E3D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B9D0C-8AB1-4BE4-9476-94D9388B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CC971-449D-4399-A735-A91A8E24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Agent协作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AC27E-15DA-42C8-84DC-9E7B64E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Sub Agent · Agent Team · Worktree · Cloud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D16CE-79BF-49A1-9157-A56B95EB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并行分工并隔离上下文与代码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73620-EA94-4BB9-9EC2-D3C3F963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0A6C6-64C1-4608-917E-21787CF8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2C862-E93B-4BE9-B2FE-8EEE0490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质量与治理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13B7C-13EA-4637-A992-BD76E57E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Review · Security · Sandbox · 审计/配置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1EAE46-075F-4984-9DB6-CD0550F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让结果可验证、风险可追踪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2EC9B7-6AA1-4EC8-BED1-5E5B9F9B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E13210-F96A-478B-9F7B-87D822C9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1149AD-3B40-4BCB-B6B0-D767F544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体验与交付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871AE2-9442-49CA-A256-97F6349D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Artifacts · Canvas · LSP · Debug · Channels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B77222-D9D3-45CB-ABE7-6E83164B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缩短从想法到可运行成果的路径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BB473A-8370-446F-A6B0-D3E5972E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57825"/>
            <a:ext cx="1080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判断标准：上下文可靠 → 过程可控 → 结果可审 → 风险可追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AB4FA6-8E32-44EE-B5E1-2CB76909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251673-51D5-4886-AF98-74BDF8C9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1a125b8ea0940e4"/>
              </a:rPr>
              <a:t>码道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f9c564aa154a6f"/>
              </a:rPr>
              <a:t> · Claude Code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6385d3007f04415"/>
              </a:rPr>
              <a:t> · Qoder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310a17ba3b4eb9"/>
              </a:rPr>
              <a:t> · Codex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FBAFAC-BAB0-480A-9932-6B53EAC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7837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CECD14-BEB1-4952-9C93-6D0C64A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835E5-BA3D-4F3C-90A4-371BFFED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  套餐差异总览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50224-9249-46E5-8E29-8CDA02E7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套餐升级的本质：从个人用量走向团队资产与企业治理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E3578-FA6D-4C38-A266-9BF684B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FDD03-2214-4556-BD5E-EF120807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C5D58-8D11-4E78-8BFC-C11E1C8F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352550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DB849-E331-4DEC-A646-58C3C90D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409700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D77A7-3BBA-421A-87D3-EBAA7326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52550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1A87D-9742-4767-A54B-00C3576F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09700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 / 企业主线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B9BE9-336E-4995-AD32-44C3713B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352550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E4EDD-B76E-4BD5-9E5D-267F2B76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409700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升级后获得的关键能力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C45A4-AEF7-4452-811D-DA5884AF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3639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AAEC9-406A-4206-B246-1C0B933A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0789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华为云码道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FCDE7-8940-4368-959F-EA1F937A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903639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6680B-0CD9-4B53-9EEA-0536BF1F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960789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体验版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33504-547B-4D7D-A794-CF569974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3639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F102B-46A6-432D-AEA1-38641113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0789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基础版 / 专业版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B8954-FC06-4CDC-9CAF-2EA41BBB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03639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AA48D-31F1-4ADE-AA8A-2D15B216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60789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Token、Codebase容量；专业版增加SSO、日志、模型与用量管理、IP白名单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28A95D-08D6-4062-BCD4-18BF9FB3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4729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4B3F0-B99C-4BB0-BEC1-D1C75A9B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1879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0F86A-5FE5-4F31-B794-B960F0B8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54729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686C6-A4AA-4F5A-9761-EB8E185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11879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Pro / Max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FEDE57-B38D-4C54-99B2-D8D0606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4729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1B2E7-9421-484F-BBFF-02B231ED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1879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 Standard / Premium / Enterprise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DA38E0-9D70-4CD2-979B-148E98C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54729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2FAA2B-3ABE-4A48-9150-27BA299F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11879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成员管理、RBAC、SSO、连接器、Spend Controls与更高用量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745811-33DA-418B-8CD0-6E5E2972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5818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A8755C-DD5A-437A-9AD8-51575DA0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2968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7C3233-C44B-4740-8374-5D17C69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005818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61359A-89FB-4C43-9F10-1BD1C68A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62968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Pro / Pro+ / Ultra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932985-345F-4026-A9E4-B6560A7B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818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116F3E-8EF0-4920-A2A1-5E8D0685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62968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Teams / 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FE169B-827A-47C3-BF3B-950587D8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5818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DDB401-06CC-4F58-848C-B18AC247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62968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每席Credits或共享池；集中分发、模型路由、内容安全、审计与OpenAPI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9675D3-0367-436E-A043-C59E1216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6907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47B7D0-7697-4CA7-93C5-5BDC02F9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4057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1DC93D-3DC0-48E2-AE37-6016CB0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556907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C8F8AD-1B28-4049-AB05-E95006A8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14057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Go / Plus / Pro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BA8927-86C6-4AD7-9A53-7DE12CA6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56907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841871-7FB4-4422-9293-D5183E9E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14057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Business / Enterprise / Edu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554E73-AA9E-4882-9EFF-A14217E1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56907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F52882-26DE-47C9-BC02-07247EB8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14057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安全工作区、更大VM、SAML；再升级到SCIM、EKM、审计与数据驻留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5B9A0F-C455-4658-9A8F-52292F64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7996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BD43AC-1BCC-44B5-B9EA-5604D47A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5146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676BD7-AE4B-44D7-BD25-CE93C3F4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107996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F0C0A3-E63E-4915-B086-AF699268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65146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Hobby / Pro / Pro+ / Ultra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190EB1-CD13-46E6-8BFC-0CA25CA5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07996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F6BD1E-DB6F-4554-A949-5323AE41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65146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Teams / Enterprise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D3E63A-FA40-4766-A0D2-30D93B39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07996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A113E1-2254-4A0A-88FA-62E3BCB3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65146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共享上下文、内部Marketplace、Bugbot；企业级访问控制、审计与Pooled Usage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1DEE87-B8E3-430B-ACAD-BD49681A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9086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857628-316E-4A85-8A75-15378EE5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6236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B88294-E43C-4381-BA25-9E140BA1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659086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B0D985-15DE-4AB7-89ED-500E00F6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716236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Lite / Pro / Pro+ / Ultra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38FCB7-B2BC-4D35-85E3-DA0E36EC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9086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D17C88-1944-466C-9F34-080736F9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6236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企业方案需询价确认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B810DD-AA77-4813-B436-FB6074CD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59086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A6232A-FA14-4F9E-8C78-0F8332AB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16236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个人档主要按Basic Usage与Solo并发分层；企业治理细节需单独核验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FA59D0-4F18-419D-AE3B-193274DE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68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4593F9-F620-4543-AA13-DE04BD41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选型顺序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8E8478-8196-4281-A9E5-D391D140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02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先看数据边界和治理要求，再看团队资产复用，最后按重度用户比例配置高额度席位。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79FED1-3634-4D0C-A774-F3B79089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3DA4AF-9DFC-4903-9FB9-08D6D54F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9a24339d2b84b9f"/>
              </a:rPr>
              <a:t>码道定价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f6cdd2486ff4b8e"/>
              </a:rPr>
              <a:t> · Claude Plans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2291a34dce4895"/>
              </a:rPr>
              <a:t> · Qoder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193d108cc84e1d"/>
              </a:rPr>
              <a:t> · Codex Pricing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168E96-24E4-46D6-BA99-0B570BC4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8602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B99FB1-C936-4DE4-B4A6-516C20E7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D8876-7B24-426D-8221-C184350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  计费对比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7CCA6-88F3-45A7-B435-CA81C16E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Tokens、Credits与Usage Limits不可直接等值横比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315D4-6CBD-4811-81B5-AD4C1685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8F74D-2E4A-4AAC-8D31-6FFC1AC3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华为云码道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1C025-4F10-440B-9E83-8C5D8FC8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8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E29EC-9D3D-4248-A307-CBC09FA2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24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公开Token包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9B56A-C3F4-4F5B-8845-6A7CFCD5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¥0 / ¥39 / ¥139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11A51-52EB-4E86-926B-23FC5E87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38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500万 / 2000万 / 6000万 Tokens/月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2F254-BB0D-4453-9B0E-2580E85A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B4957-9F0C-4276-A260-4578629A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98CBA-08BB-42A2-B1E9-6707914B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A27FC-25FC-4E1F-A4FC-2A952CD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订阅容量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3B0C4-EB30-420B-8BD7-71D07B7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 / $100 / $200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B13D3-722E-4E07-B539-CBD6F53D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Pro；Max约5x / 20x会话容量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EF5A5-C56D-4EF6-B713-E59D2065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C3507-267C-4FE2-8373-02698156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DA3E6-5C73-48B5-9273-5F93A153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2A744-2448-4C3F-91D8-81B807DC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10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Credits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1A0F3-68BB-4007-8039-E54ADD4D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 / $60 / $200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0AC74-1712-4FE8-B3DF-A504B6F5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24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2,000 / 6,000 / 20,000 Credits/月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2A1FE-2415-4553-8DFE-AA35F8BA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71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375B8-B22F-46D6-B8D7-DA1E2E8F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15C9FF-E5AD-4BC5-82CB-D1118BF1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8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79CED-40EA-4571-89FF-62F379EA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524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订阅+Credits/API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BD12F-097D-424E-9368-470A1C42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0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Plus $20；Business $20年付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37AE74-D6AC-401C-873F-667199DE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38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订阅用量限制；API按输入/缓存/输出Token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8AFFD7-B7DA-4092-9B4C-B9533D63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5A2FE5-0A56-420C-94E2-763B1165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8A017-6435-4CD5-BFC3-23AAE50C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8ED87E-5290-4156-8D6A-1769BD1F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67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含量+按量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B2C950-2F99-43B7-B69C-60D765C3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$20个人；$40团队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843305-40B0-4C80-A775-5686A6F7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套餐含模型用量，超额可On-demand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88F4AC-A983-427D-B045-EB1CA965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39C025-82BB-4666-92C8-73DC2840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0BD2DB-371C-4A2E-B1D5-B038340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8F970E-AB4C-4D2D-9C90-213CE481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10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Basic Usage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402B48-E79D-4DB2-948F-086D90BD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43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活动与档位动态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D36B67-1909-4547-BBD4-5B2CF3B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按模型API价格折算Dollar Usage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AB2D7B-1E77-42B4-B34F-63BC18CF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1068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315A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C5FBA8-4167-4F29-9249-37E17841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建议统一核算单位：每个可验收任务的完全成本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9104EF-7BEB-4B90-883D-323C6AF3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席位费 + 超额用量 + 云执行资源 + 人工复核时间 + 失败重试成本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D46C55-9565-48FE-B4A0-334C520E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19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试点至少记录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A9012A-FCFA-4A8F-81C2-797B90E5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8165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成功任务数 · 平均Tokens/Credits · 重试率 · 人工复核分钟数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56CCE4-7811-4DC6-911E-F28CB7C1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D8FADB-5B88-4F25-8043-C90520FD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f7e415e51144261"/>
              </a:rPr>
              <a:t>码道定价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776548998c44a9"/>
              </a:rPr>
              <a:t> · Qoder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6e42e254242405a"/>
              </a:rPr>
              <a:t> · Cursor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dd4570f91c47ae"/>
              </a:rPr>
              <a:t> · Trae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CDF78E-8B8F-4C2B-AF3E-AF6E73F5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2380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2FCA59-6925-45CC-8B8C-ABD7A9B7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176E0-7D58-46F7-A0A5-AAC45F77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  知识引擎的实践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39E0E-E8D9-459A-B078-23A320A1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知识引擎让 Agent 从“每次重读”变成“持续积累与按需召回”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0221A-AAA1-4C33-8786-44AB1373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48101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dc715289443dd"/>
          <a:stretch xmlns:a="http://schemas.openxmlformats.org/drawingml/2006/main"/>
        </p:blipFill>
        <p:spPr>
          <a:xfrm xmlns:a="http://schemas.openxmlformats.org/drawingml/2006/main">
            <a:off x="619125" y="2069012"/>
            <a:ext cx="4676775" cy="1310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9DD20-55ED-4D30-8978-E4A55CE3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287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669CE-8F0F-4E22-A6E2-EEA21F56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00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04EEF-B62D-4701-A842-60A577FB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代码、文档、提交、任务与人工知识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418D1-8190-4817-9668-F784D300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764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67453-3F07-418B-B528-FA4044E7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955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51CD6-4DA7-411A-B484-F9C5DE42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结构化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A9324-A665-4EB3-8BF0-C7DF4DFC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764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解析符号/依赖/业务实体，生成可引用知识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937B1-46B6-4D5B-A42A-B36EBFD1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43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8318E-D3A4-4083-9D9B-484E4764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623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6026F-605C-4135-8F19-3718AFB3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337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FF1A8-DBE6-4538-9E96-E5F614E3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关键词 + 向量 + 图关系，支持增量更新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29ABA-E762-4927-AB9E-C1E93730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99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648FD-D454-4029-85E3-80A10845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290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2FE7A-8E59-4439-A544-4EF06AD5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AFA08-3B52-40EE-83D2-A0A6BEB4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10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按任务、文件、角色和权限选择上下文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3E6FF-DFC0-4C4C-8AA3-0D0917E6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7DD44-BCE6-403C-8F83-44AFA556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958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FB981-6023-4BBF-A8A1-83F2FCB2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B550B-E8DF-485C-8940-65F6E414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768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把验证结果、修正与新知识写回资产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56846A-F34D-4E94-B711-02730472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4810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592EA9-8B1E-4E3A-BCF0-3B983BA7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实践闭环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B2503-ED02-4046-A603-53E47191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AADB14-71D0-43BA-B2E4-3D144C3D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4347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冷启动先生成Repo Wiki/知识卡，再由负责人校准关键领域。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3DF2D-C84F-4E31-8D66-E2E057F8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73A6D4-E2CF-4D5D-B378-61102AFD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任务只召回相关片段，输出必须保留文件、符号和版本依据。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96062C-962C-4967-9095-B47B3700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35FFE0-1330-4B51-B786-CB765181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用命中率、过期率、采纳率和任务成功率评估，而非只看索引规模。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DF6469-700B-4FD3-9BF4-AD72F0C5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6EE95D-C86B-46F9-8C18-EBDB9C29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b2a28258d7b425b"/>
              </a:rPr>
              <a:t>Qoder Knowledge Engine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c97a55fe2fd45f8"/>
              </a:rPr>
              <a:t> · Qoder 技术博客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2264569a4424af8"/>
              </a:rPr>
              <a:t> · 码道 Codebase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851D7A-6D4F-4AAC-A68A-7A29256A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3477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9F0C77-5D03-48B5-9CF0-4EAF6AD3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B7974-6ABB-453C-A347-EC8B5F15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  存量项目重写的实践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2E5FE-6486-436D-9024-4B3ADD3B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存量项目重写应先建立认知与验证基线，再并行迁移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DEDA5-C1D7-44FE-A46D-ACE4110B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83513d9a74460"/>
          <a:stretch xmlns:a="http://schemas.openxmlformats.org/drawingml/2006/main"/>
        </p:blipFill>
        <p:spPr>
          <a:xfrm xmlns:a="http://schemas.openxmlformats.org/drawingml/2006/main">
            <a:off x="619125" y="1398709"/>
            <a:ext cx="4629150" cy="21174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5B3D8-F215-4D4A-875E-C6E0304E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DBE0F-5D05-46D8-A5F7-2BC9C636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BC28E-3ADB-409A-8F8B-40EEE325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CE8A1-947E-4EAD-8BBD-4EE5D4BF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锁定现有行为、接口、性能和测试覆盖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51142-3604-481F-8791-B16A6E9C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5F89A-561D-4A7A-9BC7-BB438A41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742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5453E-146B-4BBC-9729-31653A44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B9543-3A5C-465C-B2F0-003A7F46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A9FD5-E58E-4F22-B40A-D68FB81B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A4994-ECD1-46F3-87BD-1424ED33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Codebase/图谱识别模块、依赖、热点和隐式约束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496DB-E40C-4B2F-96AB-151156CB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89ADC-3A66-4EE8-9287-69077F2C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19AC0-B41F-41C3-8340-60015795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56494-F4FE-4F1D-B201-E5DB9043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4C07B-77B9-43C4-9D06-AEE92D83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8C798-6D6A-4CCC-9916-68E84DD8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按领域边界拆分迁移批次，定义验收与回滚点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B2800-3BEF-4914-8200-3937148A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ACC81-AC34-4DC7-B0D1-7F333675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F7799-CB8F-4A26-9760-90E5326C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A0F36-50FA-476A-A99D-F7FAD48A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8D6C06-A4C5-4309-98AF-38C6160C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Parallel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C3BC31-6FC7-4D9A-82FF-42569E9F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多Agent分模块实施，Worktree隔离文件冲突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EB1110-2E10-4DB1-AD97-CAA419C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211739-DB25-4A42-B15A-B6D9FBB3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1FA87F-DABE-4BCB-A609-477A9440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6FF6F-350E-4DC0-8E17-691DDEA5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079B68-0726-4095-9C84-FA9B7121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FDF21A-0A52-42E3-82B9-73BE6AE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双跑、契约/回归/性能/安全测试和人工审查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9A815F-12B6-4806-8A56-4350959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8D1127-8CE9-4386-96CF-AE30F1A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1072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699760-4693-498E-883C-2B3255DA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1A241D-7909-40A0-B737-00744660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C8AA3D-D443-4B5F-A367-FDE119A1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Cutover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F091CA-1908-4F4D-B584-8233F26D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小流量切换、指标观察、问题回写知识资产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7B69B8-9E8B-4AF8-AC43-9181D590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23975"/>
            <a:ext cx="590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665815-F732-4FF1-AA28-25FFC37D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525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必须设置的四道闸门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31EB46-72D6-4DB5-B3B6-2846EB86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8120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64DF39-FADF-443C-A430-094972DE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闸门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55E180-820F-4A35-B1A7-CF78259A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8120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C67054-0B98-419A-B658-1A8F0F24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通过条件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361672-D3EC-407E-A740-CBE62185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8120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BC8431-6B2F-4EAA-90BC-BE9113AE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3835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失败动作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52924F-D8AD-4EA9-9194-E40F63A0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5171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669D48-27F2-470C-B9D3-5D7B75A3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886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行为一致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940C9B-2BCC-4D84-A9DC-9C91E932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5171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FD8E2B-B6E7-49C7-908C-8AA2046F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886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契约/黄金样本通过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10B540-245B-4FF5-A8C3-BBEF4FA1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5171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BAD00B-A521-4699-8575-D45EFC49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30886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回到模块级修复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94E39C-8E3A-481B-BDD8-DCDA14DC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2222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5CD81E-D78C-4C9F-BB5E-838D086F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937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99AB47-7353-4F0F-8FAD-2CEBBED4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2222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E5B43E-E4FF-47A3-92C5-58C52057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937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回归、性能、静态扫描达标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0B8241-3E09-41BE-BD3A-72276FB4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2222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993CD3-51D5-4AFB-B2D3-91C72611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57937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阻断合并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E0353A-50E0-4A4C-B42C-78C600A9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273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7EDE89-5301-4842-B8FD-3062F1D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4988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可回滚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AC6C7B-FD31-4FD6-91A3-047A45F9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9273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7D1033-2AAE-4EC1-AFAD-50DC6FD4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4988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旧版本与数据路径可恢复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88D0E0-D14E-454A-BC4C-79C69379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9273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2B324C-0FDA-4823-AD87-84FCA0A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4988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禁止切流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7764D8-61F7-482E-A2B5-20B66594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324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F1A0CF-32CF-43D4-BCC0-700CF45B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039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可观测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87FDEF-1C96-4B7F-ABEA-BD3C1980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324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800815-E8D4-4CEB-A12B-C9FC281C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039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指标、日志、告警完整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986CA2-ED9E-4148-B94E-F646AD9E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6324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FD5C20-441C-4AFC-90D1-7C932B09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12039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延长双跑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CCB74B-092C-4C34-9235-550657E5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6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关键原则：Agent提升并行度，人负责边界、验收和切换决策。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2D6781-E72A-413F-A998-C87DEB3F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C1EC94A-E64C-477C-A081-2B09D847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29e0af0a0a74a10"/>
              </a:rPr>
              <a:t>Qoder 存量重写案例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7e25a37bc14de5"/>
              </a:rPr>
              <a:t> · Quest Worktree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836C13-2230-4DB9-B08D-C0145F1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71378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4BD5BB5-49F3-4D90-9B9D-B263C284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48F31-CBAB-4BFF-919B-ED764F87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  Codebase及CodeWiki技术深入分析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23B02-C04F-4BDB-8973-64C5E397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Codebase解决“找得到”，CodeWiki解决“看得懂”，图谱解决“串得起”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503C3-1E6D-49F5-9E75-13E6E0EB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E3995-DA65-43A4-8832-4F45B91F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源数据层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BF0F3-89EA-43C1-8168-69D4E557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代码 / 文档 / 提交 / Issue / 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1CF33-06F8-4FDD-BA37-C7CFC020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EC8CF-D055-43F4-AF88-3375C034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384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8FD8E-6FCA-4019-BBF7-D4904C2E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5533F-8F18-4E5F-9C74-497CA521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解析层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62B85-7F15-48EA-A5B4-19E15BAE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Tree-sitter / AST / LSP / 符号表 / 依赖解析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D3DEB-FD55-4044-80F7-9DA9CCA3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E3619-3984-4624-8BED-9CB80186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482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10E57-FF20-41C0-B59B-9CEA07B7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F2EAA-0098-4007-A4EB-87C37A7F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索引层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7F993-FFCF-4358-A517-A611C645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倒排索引 + 向量索引 + 图数据库 + 增量更新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8002F-36F8-4D1C-A58F-FA5D7DC1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97B30-02F2-48BC-8A78-4F4D692A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580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02442-D4A3-4066-9B8F-CE2472D4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D7A1F-C4C3-46A0-AE38-3EDF3397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77A1C-1A02-49EA-B650-A651BB3A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模块摘要 / API说明 / Repo Wiki / 知识卡片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515CD-EDE9-404A-BB2B-F7DA277B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87B40-BC09-442D-A8EA-DA42B510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678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6CC87-6E38-43D8-968F-FD9C8253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2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B0B647-4AE0-49E8-A568-C08A2718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运行时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FD67F-0FB2-465F-9EA8-EB6EF7A0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意图理解 → 混合检索 → 重排 → 上下文装配 → 引用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CF3D9D-AB30-462D-AFDA-A27F840D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技术能力对比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B4F006-36CD-410D-A1E4-23EF71F6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86522-D75D-4BF2-B247-6F143232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9A190D-7AA1-4A8A-80E7-8EA07052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71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2A39E-FA68-4A51-8662-24116D5E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核心输出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AC26F8-AB9F-4CB9-9419-AA453883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718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69E7EF-704E-432E-AD14-511CEB52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4290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4C0D28-8A77-409B-9BF1-E774F0B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71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51E4A7-1AF3-4130-B688-C59D7CA5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EC434D-DF03-49B3-B5B3-A6105985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718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D02C8E-35F8-40E9-A49F-457ABE3E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290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40BF79-6796-4425-B6C7-723A31B0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A998A1-2B74-4278-993A-4266728D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Codebase Index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5D4AB5-6B47-4F00-9C4E-98A41935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71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7BE424-6F4C-42A6-AD78-98C052D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829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相关文件/符号/片段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F3726C-75E0-4BAC-8A4C-5608C8AF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719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B08552-EAE6-4EA3-ACFC-D514FE27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290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实时任务召回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EE151E-D381-416A-A472-912CC79D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771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A2E269-A7A6-4B26-AD38-2C23FE60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29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噪声、遗漏、权限越界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BB33EF-F53D-478E-ACDC-08FBE7FC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7190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14C910-AA58-4AE2-8968-2E0A1AB7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290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Recall@K、MRR、时效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7A8704-E56F-4DDB-B6BC-904C0168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826E92-65F9-4C0C-B82E-DD200F5D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CodeWiki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63E5E7-B510-4C11-96FB-D0C74380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8CC166-377F-492C-A77F-532CC208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2291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架构/模块/API解释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5ABC0F-FD54-4D80-8E79-B1883E8E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719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B7DA0D-88AB-4660-B77C-6CCDCC3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29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新人和存量项目理解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375F8D-4E9F-4697-AEF0-065069E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4F9993-138F-46FB-A634-92532CAA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291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摘要过期、事实失真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16EE66-98AE-4AB5-83DA-E8B939CA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719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EB7E44-3758-4EEE-8687-3F4882C1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291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覆盖率、引用率、过期率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B5A57A-A994-4D5B-9F28-C88CAA58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4A8E0E-5774-4455-971D-E9C3B2C2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Knowledge Graph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7AA771-5D04-4739-89D5-B0D4ADBD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72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FF5773-CD95-46B0-BD0E-8C4238F9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29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实体、依赖与调用关系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149C95-89E3-4AEA-A40C-54AB8A10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5720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B1D8B5-7843-455A-9CD2-9404F68C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6291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跨模块影响分析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6D4C8A-2CBB-46D1-A1D6-71F332BA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72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0DA914-B247-4AFC-9A4A-9EA0275E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629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关系抽取成本高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F6E335-B79E-4B6D-A1BD-A7C06D9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57200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87557F6-938C-4E75-BC34-B4AFCA19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6291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边准确率、路径命中率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EC0CBB-C8E7-4824-B0CB-EF6E510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C8F81E-DD0A-4E84-8BBC-B2B66794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Knowledge Card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E1A144-0817-4D30-A794-493CFF14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72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C16F62-6010-4351-94AF-B2B61BCA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29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可审阅的经验单元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060B684-09DF-422E-A493-45BC1592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9720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AE0DD8-8668-4B0B-B5AA-B0795B2C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292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人工治理与复用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C3B1E4-B103-4DF1-8D19-81617A16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72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379E4E1-6D9D-4144-93F1-845B30CD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029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维护负担、重复知识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99A2D2D-B500-437C-97F8-6F1333E8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9720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A7278C8-90C8-4AF5-95B9-43A2EFEE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0292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采纳率、修正率、复用率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4AFBE08-E993-4536-A000-ED0CA3C7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106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工程结论：索引必须增量更新；生成内容必须带源码引用；权限过滤必须发生在检索前。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DE9E12-1722-41F8-9015-DE534F57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62F9DFA-75FD-40C5-83BC-9B0D02B3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f09b2dcfcec451b"/>
              </a:rPr>
              <a:t>码道 Codebase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81bfd47d04c4ede"/>
              </a:rPr>
              <a:t> · Qoder Indexing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84269f0f8084a57"/>
              </a:rPr>
              <a:t> · Qoder Repo Wiki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1afc8d6e75b4ea0"/>
              </a:rPr>
              <a:t> · QMind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78BE006-87DB-469E-9306-0110F8BD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6382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4B8EC2D-351D-4AAC-ACD5-C89B4656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18D27-A4C0-408B-B419-7723EA08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  Workflow、Goal、SDD、Solo、Quest深入对比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186D9-CE84-4064-A91A-14CDC73A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五种模式分别解决流程复用、目标收敛、规范约束和自主执行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5C863-3AD2-4F41-B76C-AFED7130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4302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23996-C5CF-49F1-9613-58400DF4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2891A-F5CF-4AD2-A259-808E0C77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4302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94662-D934-49D1-A5E3-98472FF6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001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谁持有计划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D6D63-BAD6-47C7-A8A5-D7271898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3430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D93A8-EB1F-425F-8004-AAC5E78E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4001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C6576-A089-4AC8-A9C1-AB0F1E14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3430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23D53-52F6-41BE-9992-81E71488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40017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主要产物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E464B-E3A1-4365-9E02-3B051E2A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34302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BAF1C-E476-4F65-B550-3152C4C4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4001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人工闸门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68576-D7BB-41F9-91B9-6B3E344F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34302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0F89D-9799-4CC2-BF4F-204FACEF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40017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最适用任务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753E6-549C-46C4-B201-A715E5A7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52DBE-8297-44D7-B32B-44D90895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D5A3A-8349-40DA-B372-E5AB57D5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6690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DB738-A994-4B26-A713-C5C6B60B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240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脚本/运行时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623C3-F41B-4CEB-B03A-F61D718C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86690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FD1FD-E4F8-480E-BCAE-58056AB2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2405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阶段、分支、Agent编排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CC432D-0517-4505-9B49-8AE14B3C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669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1C6F15-AA5E-4729-A95D-43D90547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9240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可复用JS流程与汇总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B47BB-F6CA-434C-BA9E-3EF2B5B2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669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888DE-A3EC-40F7-AA54-221A113F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240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运行前审脚本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19CA5D-0884-41DD-A732-49F06EBC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86690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4FA36-D13B-4817-ADBE-41FFD8C5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2405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大规模审计、迁移、研究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3EFF2-69AC-4F48-88FC-E958E97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9077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248F13-8DB8-4455-BFD9-580AEB64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635D11-4765-49EA-ABCF-1F4F9C27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9077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B9EBA-AC7B-415E-8A1F-F6A60E4C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当前会话+评估器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51906A-926B-4159-A601-936E58FB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9077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69D2DB-5C99-4AC0-9A0A-23304E19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4792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可验证完成条件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9FEC68-D4B9-40B6-94DB-7B900C1B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3907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2FA89F-6DA5-4359-A133-C7564BD4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4792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连续多轮执行与状态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57AAF4-CF60-4A2C-BBA3-B88281D7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9077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4DA77F-26C7-4A6F-91D8-73857EE2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4792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可随时清除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BE3BAD-E80F-4618-BA8B-F132B9C8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9077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A8AE0D-1152-4377-80CC-ACABFB2B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测试全绿、队列清空、迁移完成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ED7331-8C74-4FD8-9E2A-93D1C293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663BED-BFCC-4789-A231-398388A6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SDD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37F8DC-2F1F-471F-886D-CC17897C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1465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7C3F64-2680-44F9-8193-02437534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7180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Spec文档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B5BB11-FA88-4813-8397-2FCA11AA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1465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C7E6A2-8725-4AA2-AC16-8CBBA6E1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7180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需求、设计、任务、验收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CC4AA7-D8CE-4849-8935-81DA65DA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91465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962EDD-3CC0-45F9-8506-2D53E58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7180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可审查规格与实现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DCD1F9-3A6E-48DE-B54F-67865C74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1465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D6845C-5877-45FD-98EB-9CCFBBFA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7180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Spec批准后执行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0BF273-E756-4679-8FED-F8E8B77D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1465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362D73-564C-4E50-BBF4-51E88C75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7180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跨文件功能、变更可追溯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9B8372-C672-40C7-A18D-1C88F2D8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E01883-5BF2-4D2B-8F58-37DECC4B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Solo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C5B844-E74D-4BC5-8270-5A48F912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43852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84010D-B8B8-47BF-B87E-11212C02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956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产品内置自主Agent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EF0BD0-9B63-4BA0-8BDC-A89225CC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385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694EE7-CECA-4A8D-87C0-3CE186C5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956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自然语言目标+项目上下文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70FB8B-8BDC-4546-9269-5159A61C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385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534EE4A-A575-42E6-902D-2F811C73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9567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端到端应用与预览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7893B2-7F14-4D24-B526-5516D36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3852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66CB52-3B57-4290-840F-2AC1D509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956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关键动作确认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20D2B4-A58C-4B39-B7BF-76CDD368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43852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F65888-6C60-473B-BF1E-AA6DD41B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49567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快速原型、前后端一体任务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AB6AB26-5D3B-4BCE-9F75-84240B92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9B5FB2-4EC2-421A-8A9A-DFAAB0EA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Quest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D2B3B3-E6F9-4AE8-BC3F-62C1DB7B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6240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05A35D-9099-4870-89EA-7C4EB9F5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195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任务工作台/Agent团队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011B064-244C-4866-B4AF-77491F37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96240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63E5B4-711F-4AE9-BE3F-686B0958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1955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目标或Spec场景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D0D46D9-3548-4CD2-96E4-A072A760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9624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6F2AEED-DF3F-4013-923E-29AC431E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195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任务、Artifacts、代码与评审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D8E9D2-0373-4DC4-B247-6045B506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624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DA4C77-455E-41DB-838B-0B74BEE5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195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Accept/Reject/PR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7BA0EF-693A-44DB-AE34-EFD0DC99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96240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A7200DE-4981-468F-AC30-F7AC481D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1955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长任务、多项目与多Agent协作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7D23A46-7D21-4E42-ADB6-EEE1712E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34A2AE9-C4B5-438E-AC7D-FB844B6D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要重复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741F130-95FE-45FD-A240-2AAF5B09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Workflow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7A7DA8-0FB8-44AA-A061-541136A4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同一流程会重复运行，编排本身需要版本化。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EF0768-2D08-4EB3-A9BC-1CAF5978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29DF6C6-6BC4-42FF-B3CA-60CADF86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要完成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C548789-1918-4BD4-B3B9-193A97B8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Goal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CD8C2C1-EB0E-4D8D-8D17-0AECD735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终态可测量，但路径允许动态调整。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4D1E227-BE43-48F5-9543-398DE544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947B917-41CB-4E60-9DBD-56C6D6AF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要对齐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4F6FA1F-D3C3-4D3B-AF2F-9C236357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SDD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E2840C8-9D06-4E86-A3F4-7A003A11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多人/多模块开发前必须冻结需求与验收。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A6EA20-E013-4D98-8947-BCD6CC85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0CAE596-AEA0-4A94-8794-326B9FB3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要自主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BFF8C6C-80CD-4E20-A96D-D94B5E36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Solo / Quest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CD6E960-AD50-44EA-81DE-B2D94F41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把较完整任务交给Agent，并保留关键审批点。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CCB53DA-A149-469E-9CC7-931A0D33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95DCBF7-C444-4E82-9718-625AE36B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4dee100ee7487d"/>
              </a:rPr>
              <a:t>Claude Workflow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a4cfa5c29014729"/>
              </a:rPr>
              <a:t> · Claude Goal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397d744c3b4a9c"/>
              </a:rPr>
              <a:t> · Qoder SDD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46d8dc1c60b4e9b"/>
              </a:rPr>
              <a:t> · Trae SOLO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FD8D1B9-9CD4-4174-8FB0-4F3EFF72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9094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CE7A78-8272-4A0C-9379-378B34E0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0EA4E-8673-4A38-A7D2-64965573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  多Agent协作技术深入分析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6FFDF-C2AC-48B8-9AEF-FD71485A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多Agent协作的核心不是数量，而是角色、隔离、依赖和汇总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C3E44-63A4-4653-B8B3-F8807C3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90650"/>
            <a:ext cx="3086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EEA9E-90A6-4121-B709-0629B5C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430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Lead / Supervisor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447F5-C15D-4F38-8C07-7FAE6AA4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573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拆任务 · 管依赖 · 分配预算 · 汇总决策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364D3-D1E0-4C86-9E36-7E5C8EBC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4D305-69D8-45BF-ADC5-CE33B05E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CC974-377C-4B15-AE20-7E9907E2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探索Agent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FB8B4-0EC6-4122-9DE4-1B268966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代码结构 / 影响面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6B769-BA55-4FE4-88E9-1257327C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98619-0681-470A-B626-C52A9DAD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实现Agent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D88E6-BE2A-4F12-BF68-CD5B894B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模块开发 / 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06811-E113-445F-810A-BD0E4185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5BB31-8164-461B-8B64-6ABD0D59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审查Agent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8570A-9975-4F85-94C9-CBFEEC64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规范 / 质量 / 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F3DE5-1334-4DD7-9F5B-163443AE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EFBC7-294B-4597-B31B-F7E9AFC6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验证Agent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32F32-1EB0-494E-8E1B-543319CB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构建 / UI / 回归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8301B-EC43-48C7-985F-687554AD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四个工程控制点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931BB-1D7F-40EA-9BC7-5D07D791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72073-693B-47E7-B442-0B7593D5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0CD8D-8C2A-472D-B569-D670B4E6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上下文隔离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6E82D3-666A-42BA-886E-FA68B434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每个Agent只拿任务所需上下文，降低串扰与Token。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58E30F-5B98-47CD-81E5-CD424516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4ECAC6-3BD1-4D18-9731-0386CE12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45BFF-032D-413A-80CC-6EB502DF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代码隔离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BF1CF8-E44F-4733-8113-F472124A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Worktree/VM/容器分支，明确文件所有权，避免覆盖。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D2828A-C096-4CB0-872E-C31ACE0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C25973-E90E-409C-B92D-E454ABCA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F5C51F-0F4E-4766-A008-6CD1C851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依赖调度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9BB9F5-0D2E-4747-8B4D-A537724B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任务DAG、状态机、重试与超时，禁止无边界并发。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81B543-6748-4CD1-94AB-636D62E0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EC1266-C09F-4EEA-8CF1-CECCDDD8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9515DD-92BE-4CCF-9899-FA4B10E9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质量汇总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85825-D6FA-4399-BB8A-6B973E89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独立审查、证据合并、冲突裁决，Lead不盲信摘要。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64B8A5-CBF2-4AB1-AA7E-A6588B2B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4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315A7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CC1BFB-F54F-42E0-8436-07985933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70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适用：任务可分解且结果可独立验证；不适用：多人同时改同一核心文件、需求仍高度不确定。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633DB4-722A-4B3E-80FB-DA3ED418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4E8359-1818-4507-B3C2-DBA56DD1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f5af5dcfc26417b"/>
              </a:rPr>
              <a:t>Claude Agent Teams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82e8fdf008542a5"/>
              </a:rPr>
              <a:t> · Claude Workflows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2f94cfcda7749c8"/>
              </a:rPr>
              <a:t> · Qoder Quest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50dfe26d1704fc5"/>
              </a:rPr>
              <a:t> · 码道 AgentTeam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B8F5C1-FFFE-45C2-8E76-3AAE3016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15354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B1E3A7-FF2A-4D60-8DB9-A6B5D032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C7FAD-6241-49BA-9444-D292A9C5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09  最佳实践：Figma插件对接原型验证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21187-AC28-4F60-990D-A51ED6C0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Figma对接不是截图转代码，而是设计约束到视觉回归的闭环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05C59-5996-4034-A2B9-AC773B22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44577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7432f2efa475b"/>
          <a:stretch xmlns:a="http://schemas.openxmlformats.org/drawingml/2006/main"/>
        </p:blipFill>
        <p:spPr>
          <a:xfrm xmlns:a="http://schemas.openxmlformats.org/drawingml/2006/main">
            <a:off x="1015276" y="1400175"/>
            <a:ext cx="3532048" cy="2743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2AA8A-4D9D-4E3D-B757-6B2A0859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33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7C777-AF24-4C79-8AB4-830597C5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485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B92D7-9E0E-4E9F-952A-F3087E0B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选定Frame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444AC-C3E6-42CD-89FC-C71CD495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明确页面、状态与响应式范围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27F83-F9AA-47ED-A88E-685AB588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33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4CDAB-3C35-4DC3-82E6-2EA56E48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186DA-2845-4272-B6D4-5F68D0F5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读取语义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E2B96-52EB-4154-82D3-2F66B91C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组件、变量、Auto Layout、间距、字体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45D76-0395-4FC1-98ED-494179F1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574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66D77-ECEC-4769-A453-7E43C752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934BE-421C-4F41-AA4F-C4E81C23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映射工程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6F5A4-2F5A-4B14-B6C4-219639A5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432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复用现有Design System与组件，不复制像素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A0EB8-0E9A-4244-A5E7-EA61B30F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0B5CB-5803-4C22-A28A-7C7F2CE1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BB30B-D140-4A52-8B6A-6B22F4F1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生成实现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8B2F9-3F10-4327-9E19-E24C617A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432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页面结构、样式、交互、数据Mock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A9754-29E8-4BA9-ACC3-527CB374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DB565-C8FF-4484-B31A-022D3417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5601E-57F4-42F4-8195-774EF4CD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运行预览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53B6B5-B530-479A-90E2-B8C72982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671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桌面/移动视口，检查控制台与网络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166AC-0057-4F9F-95B0-5BA6CAEB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0F478-478D-4E84-A8DC-26BB1B40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D7CD5-C425-4972-A9E9-A2BE2C61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视觉回归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766899-4CAB-4583-AD1E-46FCA6E6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截图Diff→定位差异→迭代至阈值内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9E5613-6D77-4099-B11B-8F2069F2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1068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9A131B-1F3F-4989-8011-BD78A142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验收清单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A14F61-D16D-4617-A684-85F7E0D9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1E04D0-C170-4DE8-AC6D-E75246F3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组件复用率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A1FE54-899F-4389-B134-444CE259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DFC185-17A5-4AE0-B121-67B6EE9C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设计Token一致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EF1946-8C4E-4991-926F-A6ACBE29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EC2796-62EF-4C44-906C-1E67C658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响应式断点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DDE381-BF30-4EFB-86D0-FDAFA7DB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A1F299-9AB2-4B4F-8C45-6956F901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交互/空态/错误态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FB97C-1F09-4F97-B08B-84996702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D28320-0C08-4B19-9B3C-0EB73344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可访问性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10E61F-5BEF-45A6-8A5F-52C1B7B6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45385E-7777-494B-94B6-49D98CC3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视觉Diff阈值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62A681-41E1-45C8-8472-D0DCF48C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B3FF7E-9014-4FBD-BCFF-7929F206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496db081d6d4a7d"/>
              </a:rPr>
              <a:t>Trae Figma to Code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bf73393a11846b1"/>
              </a:rPr>
              <a:t> · Figma Dev Mode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07CA78-DE4D-4F26-AD73-027FFBFA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6109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DBD169A-22B9-4E49-B8BC-62AF2D09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790DF-0C67-4629-B1B1-96D276A3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10  最佳实践：Browser Use进行UI测试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0EA0B-5B38-43A9-9D1A-06354412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Browser Use要把“看起来正常”转成可重复、可定位的断言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C3B8C-3B19-4883-AEBB-EDF6B9C3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4E6DF-1E5C-41D9-8381-8DA4CA7B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1A7BE-3325-4C00-B8D2-8391EFFE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D43A0-EFF7-4404-90F6-9CE2D44E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固定环境、账号、数据与视口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BFD91-7FC1-43C3-BD69-66A2677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96EEE-3C3F-4269-A8C4-A8571523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742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51D8A-A883-49E1-BA88-F0F0AB3A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387C4-058C-47E6-9756-BE030971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B16A6-99CC-4C4A-ACA7-E85713DF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F7EFD-EC55-4211-BB2B-F6A1D6C9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按真实用户路径点击、输入、上传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8C495-8AA3-4900-ADC2-C6A5DC3E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8787B-ACD6-44DB-849D-EB630A82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8F429-7FFB-4E96-B4E4-5950C52D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30BCC-38C8-43F1-A559-5A2511BD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959C7-50D2-4641-A04D-4CABC948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D6DAE-F5E4-4F49-A3FE-8D58325D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DOM、截图、控制台、网络、存储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11584-FC36-4A63-9C26-87674BCE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BC517-82F1-4698-BC2F-0DA25CB4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A386E-C7FF-48BC-8143-0069316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B1004-5660-4B82-8D0D-8AC2B5B8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B6D05-8A39-48CB-BB0A-21B2ED2B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断言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AC780A-CBED-4235-BDA2-14A3D68A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功能、视觉、可访问性、性能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240C6-55FA-4C71-8919-51ABBCD8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A4C37-2BEE-4DF0-AF92-F0BBD12C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E39CDC-72CB-47B3-B648-7C1442E5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AEE818-1A71-4CF5-8A43-67976A2A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DA2C4C-7B94-4DFD-B5F9-F2F95D99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35D2B0-451A-4427-BA9C-6B154587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Trace、截图、日志、失败步骤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C4EBC8-0F02-4963-ABEB-2C76F508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7156CC-5F66-4B1B-98C1-D072EBE5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1072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20D596-8776-48D3-8329-59568DBE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41FAE-44BF-4EE4-B5F5-F0C85FF5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4237FE-ECD0-4995-9B48-A06D7618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修复复测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8C1E0F-DA81-49D2-BD25-48E521A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最小改动→相关场景→回归集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D22626-8450-48ED-B84C-05686F9E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测试组合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9E4F79-07D0-492C-B53D-24E670A2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638" y="3524250"/>
            <a:ext cx="385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E8AAB5-8955-4633-8FC2-DAD70EC8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8" y="36480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关键旅程 E2E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8EB4E2-6890-4EF1-944C-43AF0D93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3657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登录、下单、发布、审批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804CD6-1CE9-436E-80A4-F528FB26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4815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3C0120-DEE0-4EFD-8A38-322C1E5F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719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组件 / 页面集成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BE5217-5D63-476E-8BA3-74F7D23E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38150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状态切换、表单、路由、权限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04A0CB-F6C3-4DB8-B5B5-5E98BE82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83887D-336F-455B-A59A-35077A17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静态与单元检查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219F48-E2C2-4E1B-852D-BC55F586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0540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类型、Lint、逻辑、可访问性规则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4B548E-A95D-4B67-8F50-36AAC62C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733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585437-6118-488A-93B1-C69212D6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Agent测试提示词必须包含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505AA7-CC9D-447F-A9A3-330985B6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265C70-4447-4B69-928D-14921548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0047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起始URL、账号、测试数据与禁止动作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5BCCEC-1B31-442C-8CDF-AEB648C4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00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4FE3A4-2238-42B9-86BC-0CAD0F6C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关键路径及每步预期可见结果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27BD96-7DD2-4CA8-8CAE-FB3CF878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79D2A4-D190-4594-A68F-BCD60EE4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6722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桌面/移动视口与截图命名规则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F59AAB-5F3A-4D34-AB2E-8805B689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67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C04EE8-09D4-46D0-8832-66A31468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控制台错误、失败请求、可访问性检查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6991D7-B171-47D1-B8BC-55EC43EE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00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EDD621-BDF2-46B0-9C10-FAD68C75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3397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失败时保留证据，不自行跳过断言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957742-04DD-478E-9C12-8EE6A1F7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6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结论：浏览器Agent负责探索与取证，Playwright脚本负责稳定回归。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8B148D-9C81-4321-AF8D-98E4E991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8F2C8F-0A2F-4CC1-B244-EECBBDA1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580c2f96cb64005"/>
              </a:rPr>
              <a:t>Codex Browser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1ae2f9171674ef4"/>
              </a:rPr>
              <a:t> · Trae Browser &amp; Preview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a23f1eb070242fa"/>
              </a:rPr>
              <a:t> · Playwright Best Practices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340AA5-FBD2-45DE-97C3-8685FA90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5305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8EDA8E-C311-4A93-9143-4DC0EFE8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4210D-0F9B-4028-B42D-C419FC48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11  产品 Superpowers 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FB575-73F9-47BB-B436-FE9F827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Superpowers把成熟研发方法封装成可组合、自动触发的Skills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430CB-5CDA-4BF9-B2ED-43A482D0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64542-D783-4B1E-B61F-544CB897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797D5-9954-4E37-9CFF-D0DC414F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Brainstorm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89240-A393-4B54-B44E-90A69686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澄清需求与方案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7F544-70E5-4A5F-9FEA-1D308E7E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024A2-DA0A-4ADD-818E-07EF31D6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097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AE850-8164-410C-9CB7-A49CC4C0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8BF30-3291-4524-A2BA-D036356A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39A59-F82C-4CB4-ADAC-1ADBDFF4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43275-6C51-4A7A-8065-DD43593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分段评审设计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BEAAA-6560-4F53-AE05-460D23B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4F512-6B4E-4443-A309-CDD3BDC3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71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37006-17EF-482A-AB62-C32BEEF5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3D8B1-2B9B-4743-92BC-1170CEB5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78791-BE04-4B01-A4CC-97828EFD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34C1C-8229-47D8-9505-2252E1E0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拆成可执行小任务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EED87-C0A0-4BC7-B090-28C8E196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5E4FC-CD50-43FE-92DE-4B2DED4F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244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6522F-CFCB-40F1-8CA4-55457EBF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F3D83-4ED9-4622-960D-92452A7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D5DE9-7025-41AB-9882-4F99292C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Worktree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CC9F9-9971-47A7-9495-324A7F3F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建立隔离工作区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EEBF4E-CB7F-47AF-87FD-7D89E1CC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F50F06-2205-4AAB-B478-F99FAE67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818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983D5-9C76-402D-A0AE-26FBEBD6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EA411-7EE0-4AFF-8124-DE8FAE80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69DE2C-8E94-45D0-AF0B-861BC537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TDD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05787-0B8C-478A-AD3E-C980F6F3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69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RED→GREEN→REFACTOR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2070A-5E52-4156-819D-AA69B3BD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8979DD-3611-46A8-B949-CF011928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391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C6A455-2924-4298-9784-C5C84C17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0566BD-C385-4FEC-B4BA-8EE35484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A35B51-5ADD-476F-B9C3-2293D9D2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Subagents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5AFA36-71ED-4649-AFA5-87ABA7C3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逐任务实现与双重审查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C1F016-B5A4-46D9-B6DB-56BB548C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BCAE91-AD5A-4B43-87DB-9E1CAC4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965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7EA2AC-F36D-4460-978D-73361FE9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C3067E-E653-4A52-A5E8-D91F6ADE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AE37CE-115A-4C32-8F5B-131C4E17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Finish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66B3CB-1366-410C-9B91-2058B60C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测试、PR/合并、清理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BCC9FC-49BB-42EF-AC5A-B93964DB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C2FAA4-DE01-4595-B6E1-9CACBB55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它是什么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D3F4D8-CFED-4B56-B968-58ECBC38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9FEBB7-7814-4490-996F-307C0FAD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开源Agentic Skills框架 + 软件开发方法论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42F444-ADA4-4B33-91CE-2596401E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6E99B4-2E7E-4598-829B-896786E9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通过技能触发器把流程变成强制检查点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E793A9-67A3-456B-A91A-E5BA5057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BA60F8-0FDC-497E-B174-7BCDCA38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支持Claude Code、Codex、Cursor等多种Harness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CD8A83-9B40-40A0-95D7-D7FF0E06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87F814-8336-408F-BB5D-65B33FF4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核心价值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826603-B93B-43FB-BCAD-80F2A0B5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D62A80-0DAA-4339-82C0-12BC289A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减少Agent跳过设计、测试和验证的随机性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94BCF4-C78A-4424-8D35-BB26775C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1349DD-EA61-443B-A18C-54F3C579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把团队方法沉淀为可版本化Skills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C5E550-AE89-4E31-BCEE-18E4D83F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2A6735-FBBE-40A4-8B65-423081DF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Subagent每任务新上下文，降低长会话漂移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391133-EBFC-4898-AEFF-E009135F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DA260E-FE5F-4BE8-9427-A66AB890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边界与风险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5C8275-6612-4445-AE5B-17E3BA5B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406923-6228-4518-A77B-177D6DF2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不是模型、IDE或项目管理系统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A90C50D-0402-4FE3-84C3-889F275A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DCC0C1-6D39-4B8A-9DD7-ECEA5CA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强流程会增加小任务的时间与Token开销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885760-66ED-424D-B518-EBE4FB5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77298D-0E09-4BA6-9CE1-FD05EBBB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需结合团队规范裁剪，避免机械执行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DCB8C5D-1FA7-4573-9182-69BAF39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6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落地建议：先在一个可测试项目启用 Brainstorm → Plan → TDD → Review 四项核心技能。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E487BF-85B8-435C-AE72-284FE8B8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838DE3F-7F1A-4E54-AA67-0C91FAF3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17236f43bb5492e"/>
              </a:rPr>
              <a:t>Superpowers GitHub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7142D9-9BDE-49DF-8013-3C4483B6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16390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EDEC3-DBBF-45C7-8E9D-CBA58FE0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7476F-FEC9-43A9-8828-1656CD96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12  产品 OpenSpec 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364BB-2A48-4083-A0B6-F93E4BF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OpenSpec用“当前规范 + 变更提案”控制存量项目的需求漂移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6F9B0-D014-4E2E-9038-80216511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3371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315A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D79A4-F987-4071-BA69-5037BC87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openspec/specs/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E84E8-2BBD-4F13-ADD3-6B83F25B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当前已生效的事实来源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Requirements + Scenarios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供所有Agent读取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AC439-402E-4ABC-8663-BA984549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574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3080E-091F-4D4F-BC6D-268C26BF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24350" y="21907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9B221-A7ED-4AFD-97A0-115D576C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71600"/>
            <a:ext cx="3371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511E7-FC9C-413D-9F77-0E9AF919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59067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openspec/changes/&lt;id&gt;/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DE7F1-43C6-4A0C-A811-56627B48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9775"/>
            <a:ext cx="2933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proposal.md  为什么/改什么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design.md  怎么实现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tasks.md  实施清单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specs/  规格增量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5C5CF-4D1E-4723-B980-8DB59D08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574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16B9E-3466-4C24-8FE6-659A9EB5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62950" y="21907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8C1FF-5E9B-42CC-9061-CAEB18E9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71600"/>
            <a:ext cx="2990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07A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A0266-CFD2-458C-9282-22587A8C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9067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rPr>
              <a:t>Archive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F2672-7335-4ABE-9826-0924C549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05025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实现并验证后归档变更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把批准的规格增量合并回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当前规范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133FA-9983-46EE-B306-815B4E29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B633B-CB00-4CA9-A10D-E09FA6F0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/opsx:explore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06675-2FEE-4164-8338-91CCA6D5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理解存量代码、权衡方案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A8A76-3D13-4301-AD61-E36D73A9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6820F-BA74-47DE-88B6-D1DC632C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/opsx:propose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6F6BF-35D3-40D1-9DE2-8052236A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生成提案、规格、设计、任务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59946E-3693-4FE9-9338-74EE9B45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9C532-EFA4-40BB-A7DD-B5C2551A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/opsx:apply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AE2D38-F6FD-4D9C-9148-7A26C6D7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按任务实现并持续更新状态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894EA-96D5-43C5-B276-43A40C0F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2DE043-76C0-4F0A-BFE5-B40ED9FF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D386F2-F550-4218-9234-26AB3F32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核对实现、场景和验收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0939AE-158B-4973-B5C6-AAA0B688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DAE7AC-8524-4472-BF96-B3F4133F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/opsx:archive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45B228-E31F-48DB-BD74-3863C953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归档变更并更新当前规范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F3AEC8-4FAB-4FCE-B851-3964B011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910BD9-68E9-4A66-A77C-BB959CAB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与其他机制的关系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97F426-6700-4F62-AD3D-CB993C5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2292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AGENTS.md / Rules 管“Agent如何工作”；OpenSpec 管“系统当前应是什么、这次要改什么”；Quest/SDD 管“如何生成并执行任务”。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80F83A-CE70-4E7D-82A3-74C6BF47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3C5F5D-2866-4A91-AE9E-0A56CB4D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987f6411014f84"/>
              </a:rPr>
              <a:t>OpenSpec GitHub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9DD092-B084-4227-AF9C-E43D43FA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46320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A6C9C5-710B-4679-9D90-D4419BD4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9EDA7-CFB9-4614-BA89-F24A5E4B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13  最佳实践：如何省 Tokens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B248D-96AC-4E7A-8C3E-E4899CE0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省Token的本质：减少无效上下文、重复推理和失败重试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79937-1509-4BCE-8741-8C839E4B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68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BB600-D039-425D-AEE1-242A860E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61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总消耗 = 稳定上下文 + 本次检索 + 对话历史 + 工具结果 + 输出 + 重试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C361C-899A-459D-B893-0F2D71B8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3A6E9-0783-4A32-BD41-980FA6CF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  控制输入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AD4AD-4A23-4A56-B65B-2D0531D4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14EC3-FC5E-48F0-985A-61D07BB7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写清目标、范围、验收和禁止项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924A6-63E7-43B9-9217-DE4EBF82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ED015-7312-47DE-A57E-3199426A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只附相关文件/章节，先定位再展开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DAE68-5754-4FB5-AF6E-0BCDB04A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7DADA-8CA7-40E6-ABDF-60543940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  分层规则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53DF4-D978-4A90-89BB-7209A557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B1F32-2AFE-424B-B4A4-316BA9B6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根AGENTS.md保留全局约束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9161B-BF80-4A42-BE91-648A5C6E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C91D4-3A89-4A19-85E3-E881F9A6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子目录规则就近生效，避免全仓注入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3D480-1F14-413E-B307-C07BAAB5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FCC03-B780-4283-A16A-CA451DF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  检索替代粘贴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BE799-72CD-4781-8272-C0DEE251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2EBF2-14B1-4489-B5DD-2287A703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用Codebase/Repo Wiki召回Top-K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9BAF9-CE44-4BE1-B6AC-81148ACF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030C8-715E-4CBA-AD80-237DF93F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输出带引用，发现缺口再二次检索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446A6-779E-4EB5-845A-267317B3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41C34-7E4D-4970-BCA3-285FC0B5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  复用稳定前缀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9C21E-9A9A-4652-8106-F5569008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B98B31-B4F7-492B-B628-0A013956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固定系统提示、工具定义和规则顺序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60B98-EF4A-4F73-BF28-E117008E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5DB9E-D804-42F7-ACE8-98530645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利用Prompt Cache，避免轻微改写失效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F69E20-2BA4-4DBA-8F0B-5A274FA7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A826C2-69EE-487F-9BA2-F55C8DD8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  控制工具结果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3E5DC-92D5-4402-9594-B91B89FA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62B451-D92D-4F17-A358-F4BFC892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日志先过滤、分页、聚合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152977-3226-44B2-A7A2-46CE699D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717A8B-3C22-4413-A458-9D0900DD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截图/DOM/Trace只在需要时展开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B2D5F5-0FC8-486B-9B86-12B5B8F2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D03761-CBE6-452B-AE34-485B37B3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  模型与模式分级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17F6E2-0376-4682-8EBD-13614A78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18CC6B-D96F-44F6-A3AB-5550B629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小模型做搜索、分类、格式化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D7F030-2916-42EA-B8CB-BF9A98CD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84B861-8F89-4FC2-8C78-CE717961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高推理/多Agent只用于高价值复杂任务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224313-1608-4EBB-8D6E-E7AC9A16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9780F2-0DA9-41D1-98FA-176F4E35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  缩短会话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BBBF34-A1DD-42E8-AE72-7A1D2852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336BFF-27D1-4A03-AE10-E4FC543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阶段结束写摘要/Artifact后新开任务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1F7F20-25AB-4288-B5B4-7DC63F25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D6720B-A766-44B9-8F4A-464271EF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长任务使用Compaction，保留决策与证据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42BD4D-9207-4E7B-8470-8EE18F04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7006F8-31DF-4DE5-B531-FBB72406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  降低重试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C5C8CF-3AF5-4F45-83F9-1064BDA1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BDC919-A45A-4EB5-A57F-032C6613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先跑最小验证，再扩大修改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11715A-2AF3-4CBD-83D5-6558207F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8EC484-5902-4838-92AB-6BBDA205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失败必须读取错误根因，禁止盲目重复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3DB6AF-3359-4E49-99EC-CEF8EB49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106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07A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C557B6-CC37-4AEF-B061-2452B205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rPr>
              <a:t>团队度量：每个成功任务的输入Token、输出Token、缓存命中率、工具结果量、重试次数和人工复核时间。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046645-BA96-48B6-9126-2D3FBB27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6AFDBB-8C46-4CE1-B72E-B0C4AC12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8fc35f17cac43b5"/>
              </a:rPr>
              <a:t>Codex节省用量建议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44a0fce3254091"/>
              </a:rPr>
              <a:t> · OpenAI Prompt Caching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48fd2b92d5d420f"/>
              </a:rPr>
              <a:t> · Qoder Context Compression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529d696f32449c1"/>
              </a:rPr>
              <a:t> · Anthropic Prompt Caching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ED63ED-CD9F-45C7-B1CA-399E7D2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00402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5E69DD-7378-4415-9B35-7EDE6D74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ADF67-0093-4060-88AB-0C457003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14  Agentic Loop 工作原理总结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C2AA2-43B1-4108-948B-243B9D0E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Agentic Loop把模型推理转化为可执行、可观察、可收敛的工程循环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4D9CF-60F4-4612-BA19-871DAE2D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5467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3abe6063f40c1"/>
          <a:stretch xmlns:a="http://schemas.openxmlformats.org/drawingml/2006/main"/>
        </p:blipFill>
        <p:spPr>
          <a:xfrm xmlns:a="http://schemas.openxmlformats.org/drawingml/2006/main">
            <a:off x="722173" y="1390650"/>
            <a:ext cx="5127905" cy="2590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A0AC9-DD3F-4D87-965C-FF4FD954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239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FE6D5-C4BF-4403-BD59-C2E9AD60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763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D6C70-6BDF-4797-9AF7-83928B09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573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获取上下文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ACCB6-0024-4CC1-B352-B130E9F1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搜索代码、读取文件、项目规则、历史状态与用户补充信息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3362E-C13A-445E-8EC1-EEF274F6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09FC0-AC59-4400-A861-A82666B2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90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26BD5-24D5-4267-93A2-1A28EC74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17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执行操作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6F94D-36D1-442A-9FF2-15DCE947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模型选择工具：修改文件、运行命令、访问Web或调用外部服务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35FD0-3A1F-4EB1-9EC6-F16FB600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342BE-7040-4334-8637-A07B5A5A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05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358DC-8CFB-487B-B331-48BB83D3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861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AA4D3-ECCC-4867-BDD4-1BD98F7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读取工具观察值，以测试、构建、Diff和验收条件判断下一步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DBD37-EE8F-48CD-9822-15C98CFD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1068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315A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1FD4B-B0E0-4427-B4ED-05E4487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循环状态机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736C3-CE3E-4718-8227-9F3DC8F3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F52DE-DA95-4117-A7AE-9F606376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8FE19-5670-48E9-9461-1A5BE3B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E8842-3724-4024-AF2A-50C7983A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4802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EB4B9-ABEA-4531-99E7-4B9420D1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A417C-BFC0-4208-9624-99E76283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33F198-9547-43E9-AA50-CAD131C6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034753-B15E-41B3-8EF3-69143C01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3390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3C642-F463-4631-A7E0-025FCDE5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F6DDB6-79B5-4E61-8F95-96CDD4E2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2D18ED-0677-49EB-8631-A3B93D03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89515D-0934-45FB-8E45-3EBC6907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1977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3731DA-A5B9-4BC8-A530-4F642C6D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2FFF10-65FE-4735-822C-2A25774A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EAD6E8-CBFD-4213-A981-93EADD8B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9E9C55-D03A-41A5-9400-46378C9E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0565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9E2FC6-7DAC-425A-A687-C00F1990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AE5EEE-994D-4BDB-8BDC-1E269380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F00D0A-37DA-4C4D-929E-1C60A5E4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13538F-07B6-4CA1-BD20-95D8A005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9152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587D7A-1830-4D5D-A04B-740EA90D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26952A-45D8-41A2-8A8B-C3C4AEC0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6559B6-8085-40B2-B5E5-D4CD8EAC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BD231A-2F35-43B9-8341-87386FC1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7740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B18205-E33A-4281-A380-8B358583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A940F3-070C-4333-BE07-55F982F6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继续 / 结束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84C1EF-06F2-46AD-AAFF-2D38D3D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149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观察结果会更新上下文并触发重新规划；用户可随时中断、补充上下文或改变方向。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E0A767-9FA5-41DA-9C59-4CCDB11A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A1D4CF-8CF5-4888-8C94-C28A02AD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定义可验证停止条件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D17F79-6086-4BC8-B20A-CC09FC3A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E70CD8-6E02-4D5C-821B-05AE1C44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在外层编排多个Loop/阶段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BFE576-4F7F-43B2-94E3-3A446C8E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Subagent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FBC5D2-A727-4672-A9FC-9D823529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形成嵌套且隔离的子Loop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E46E73-067A-4FFC-A82F-53AFC4B8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Skills / MCP / Hooks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BCF8FD-F702-4D8F-94C9-9D7BB64D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扩展决策、工具和生命周期动作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4709F8-9BBA-4A36-95BD-F30ECA4E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Memory / Rules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7C2F81-2A75-40F4-A41B-7EDAA1A0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提供跨轮次稳定上下文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2A5763-103D-42CB-84D3-CDAEB752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Sandbox / Review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1ABA7A-C523-43B8-8D1E-676EA44D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限制动作并形成质量闸门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BE1905-2817-4FD4-8E21-19420E55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BC249F-3A55-4514-B310-1A5FC4E1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8d87acd0b64469"/>
              </a:rPr>
              <a:t>智谱：Coding Agent工作原理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1776EF-E8F8-40A9-AC03-54E9ACDD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474608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4140F07-AA7E-4E32-B958-DCC0DBE6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12D5D-EA56-4C5E-A2C7-C7126A0B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15  Coding Agent 常见工作流总结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3F37B-D11F-47F0-9400-3F58C94C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常见工作流共享同一主线：探索 → 计划 → 执行 → 验证 → 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217BD-1B72-4EFB-98AA-59560C6D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5B31E-4A76-48FC-9B28-0F637690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5EBBF-F2D3-47E8-8935-58FCE5A1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探索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B6225-F523-4F11-9BE8-8C19C2EA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从宽到窄理解上下文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3B3ED-6D72-4813-A560-749D5918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3EE12-300A-49E8-B0A1-DA95E3E8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289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241FB-9467-4CFC-8623-03642B7C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85814-2760-466E-9ADF-A733218B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8BFFC-79DD-4023-A610-07A9F719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433ED-FE5C-4B66-9A2A-C6FCE284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明确范围、风险与验收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63209-A46E-4394-966B-8364F58F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F33CA-9F46-42BF-B6FB-68B6DEC2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387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98E47-5C51-4971-9A42-B245DC41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AE445B-B15E-4A0B-BEF8-5E38597D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9685D-1119-465A-A4D3-79775271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59323-C173-481F-966D-4D46B251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小步修改或委派子Agent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CA9E8-22BF-4AE1-932D-1DACB610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C15A8-8965-4CFC-9B9A-3D049111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485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3D30E-F919-4607-B7A6-A48A34FD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77955-3688-4395-A600-CD2D97AF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A4A97-9A8A-4828-B7DC-4A07BB24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E1F819-D32A-4F1C-A2A5-99F525CD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测试、构建、Diff和规则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19BBB-9D57-4E72-89FA-D3B51141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05842B-1E6C-4011-A3A7-FCB6D9C9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583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8A99C7-A2BF-43CE-AAE8-4C54D5B0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91C805-9ECE-44A4-B8E4-BEFB59B5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08B1EE-E5C2-4B54-A08D-56FBF0E2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86B834-32C1-43A0-8391-8496D96A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PR、文档、证据与回写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270F9B-B84A-4DCC-AD6B-857EC12A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D70AC7-F856-45C4-8082-8F3C97AF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理解新代码库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C85154-5E2C-47FD-A763-C2101BC8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概览→架构/术语→相关文件→追踪端到端流程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EB8E7A-0543-43AF-BFAD-4AF23D54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A32190-C91D-474F-965C-37F2A18E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完成标准：架构图、入口、关键模型与调用链可解释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DD8429-7DEC-4349-A9D1-CBF62581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3365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EBF8D7-34FA-4B44-A6DD-DB75D20C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修复 Bug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CB7821-B904-4DD9-BDEA-C5E4FA00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复现→堆栈/日志→提出假设→最小修复→回归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BEFBB2-63F7-405A-B59B-DA3D8B39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A08A10-AFB3-49F6-8B03-E711CCA9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完成标准：原问题不再复现，相关测试通过且无新增错误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39A119-385B-4438-BBDE-C5112BE5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4AB1D1-C1E8-4E8A-817E-6762F775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重构代码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07F9F6-508D-4B16-BA8B-1CCBCEB0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识别遗留→评估兼容性→小步迁移→行为验证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1BADCE-1B2F-4CA8-8E88-97C78DF2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29D659-537E-4600-828A-8E58430E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575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完成标准：行为保持一致，接口/性能/兼容性满足约束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FF4200-CFA5-4346-9D89-F8C8997F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1925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78E5B9-BE88-4D55-A596-28B0DA22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编写测试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FEAE0C-4D37-4B20-957C-4EB12C3B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找覆盖缺口→生成框架→边界/异常→运行修复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EE38CD-1AAA-460F-A137-87EC7DEF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69084C-FB18-4B40-B281-AD5BE471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完成标准：测试有意义、可重复，失败能定位真实问题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B089EC-F181-4989-BED9-53CB9B3D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71925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D18979-CE63-4620-BB8E-B309D13F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527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创建 PR / Review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4E9246-3980-45E2-90B9-1909BF1A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481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总结Diff→识别风险→完善说明→运行CI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9EFD35-CE93-4E0D-9E4E-86443446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01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844A13-77BC-40F4-BDB4-34295A3E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958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完成标准：审查者能理解目的、影响面、验证和回滚方式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A8D369-9ED9-45F1-AE63-3B383621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71925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EE3BDC-C9C9-41AA-91F6-1AB26DB9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0527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处理文档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CAC82A-6846-443D-BC61-AA5BABB3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481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找未记录接口→补说明/示例→规范检查→验证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83149F-B066-474F-B346-6B2C043D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01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B089C0-B2FE-4AB0-A4C3-D56F689D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958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完成标准：公共API与复杂逻辑有准确、可维护的说明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A62C66-244B-48B2-8A85-46D9EAA4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1068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07A5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A4481E-226A-45D7-974B-8369E4A7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rPr>
              <a:t>三项横向控制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E22A0A-3CA8-4ED4-B207-F069E08A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15000"/>
            <a:ext cx="922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Plan Mode：复杂任务先只读分析  |  Subagents：按角色和最小工具权限委派  |  @文件/目录：精准注入上下文，避免全仓粘贴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046F16-8255-4861-96F7-021891DF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0A268D-1AB3-402C-A5F9-84B1FE28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94a29bb76a94a0b"/>
              </a:rPr>
              <a:t>智谱：常用工作流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F288FC-6C0D-402A-8E41-74A18624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706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2026-07-23T03:15:37.2970000Z</dcterms:created>
  <dcterms:modified xsi:type="dcterms:W3CDTF">2026-07-23T03:15:37.2970000Z</dcterms:modified>
</coreProperties>
</file>